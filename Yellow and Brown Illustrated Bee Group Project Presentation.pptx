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re Sugar" charset="1" panose="00000000000000000000"/>
      <p:regular r:id="rId17"/>
    </p:embeddedFont>
    <p:embeddedFont>
      <p:font typeface="DM Sans" charset="1" panose="00000000000000000000"/>
      <p:regular r:id="rId18"/>
    </p:embeddedFont>
    <p:embeddedFont>
      <p:font typeface="DM Sans Bold"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1391921" y="7049707"/>
            <a:ext cx="7975531" cy="5546173"/>
          </a:xfrm>
          <a:custGeom>
            <a:avLst/>
            <a:gdLst/>
            <a:ahLst/>
            <a:cxnLst/>
            <a:rect r="r" b="b" t="t" l="l"/>
            <a:pathLst>
              <a:path h="5546173" w="7975531">
                <a:moveTo>
                  <a:pt x="0" y="0"/>
                </a:moveTo>
                <a:lnTo>
                  <a:pt x="7975531" y="0"/>
                </a:lnTo>
                <a:lnTo>
                  <a:pt x="7975531" y="5546173"/>
                </a:lnTo>
                <a:lnTo>
                  <a:pt x="0" y="5546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830595" y="-1403379"/>
            <a:ext cx="6994777" cy="4864158"/>
          </a:xfrm>
          <a:custGeom>
            <a:avLst/>
            <a:gdLst/>
            <a:ahLst/>
            <a:cxnLst/>
            <a:rect r="r" b="b" t="t" l="l"/>
            <a:pathLst>
              <a:path h="4864158" w="6994777">
                <a:moveTo>
                  <a:pt x="6994776" y="4864158"/>
                </a:moveTo>
                <a:lnTo>
                  <a:pt x="0" y="4864158"/>
                </a:lnTo>
                <a:lnTo>
                  <a:pt x="0" y="0"/>
                </a:lnTo>
                <a:lnTo>
                  <a:pt x="6994776" y="0"/>
                </a:lnTo>
                <a:lnTo>
                  <a:pt x="6994776" y="486415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65607" y="4118371"/>
            <a:ext cx="6709437" cy="5452943"/>
          </a:xfrm>
          <a:custGeom>
            <a:avLst/>
            <a:gdLst/>
            <a:ahLst/>
            <a:cxnLst/>
            <a:rect r="r" b="b" t="t" l="l"/>
            <a:pathLst>
              <a:path h="5452943" w="6709437">
                <a:moveTo>
                  <a:pt x="0" y="0"/>
                </a:moveTo>
                <a:lnTo>
                  <a:pt x="6709437" y="0"/>
                </a:lnTo>
                <a:lnTo>
                  <a:pt x="6709437" y="5452942"/>
                </a:lnTo>
                <a:lnTo>
                  <a:pt x="0" y="5452942"/>
                </a:lnTo>
                <a:lnTo>
                  <a:pt x="0" y="0"/>
                </a:lnTo>
                <a:close/>
              </a:path>
            </a:pathLst>
          </a:custGeom>
          <a:blipFill>
            <a:blip r:embed="rId4"/>
            <a:stretch>
              <a:fillRect l="0" t="0" r="0" b="0"/>
            </a:stretch>
          </a:blipFill>
        </p:spPr>
      </p:sp>
      <p:sp>
        <p:nvSpPr>
          <p:cNvPr name="Freeform 5" id="5"/>
          <p:cNvSpPr/>
          <p:nvPr/>
        </p:nvSpPr>
        <p:spPr>
          <a:xfrm flipH="false" flipV="false" rot="-771037">
            <a:off x="16202741" y="1028700"/>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771037">
            <a:off x="718283" y="8521835"/>
            <a:ext cx="1056559" cy="943803"/>
          </a:xfrm>
          <a:custGeom>
            <a:avLst/>
            <a:gdLst/>
            <a:ahLst/>
            <a:cxnLst/>
            <a:rect r="r" b="b" t="t" l="l"/>
            <a:pathLst>
              <a:path h="943803" w="1056559">
                <a:moveTo>
                  <a:pt x="0" y="0"/>
                </a:moveTo>
                <a:lnTo>
                  <a:pt x="1056558" y="0"/>
                </a:lnTo>
                <a:lnTo>
                  <a:pt x="1056558" y="943803"/>
                </a:lnTo>
                <a:lnTo>
                  <a:pt x="0" y="9438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771037">
            <a:off x="11483645" y="-471902"/>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771037">
            <a:off x="7995717" y="9676988"/>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771037">
            <a:off x="-119583" y="5790762"/>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771037">
            <a:off x="17467675" y="-471902"/>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2636872" y="3073694"/>
            <a:ext cx="13014257" cy="4720637"/>
          </a:xfrm>
          <a:prstGeom prst="rect">
            <a:avLst/>
          </a:prstGeom>
        </p:spPr>
        <p:txBody>
          <a:bodyPr anchor="t" rtlCol="false" tIns="0" lIns="0" bIns="0" rIns="0">
            <a:spAutoFit/>
          </a:bodyPr>
          <a:lstStyle/>
          <a:p>
            <a:pPr algn="ctr">
              <a:lnSpc>
                <a:spcPts val="17784"/>
              </a:lnSpc>
            </a:pPr>
            <a:r>
              <a:rPr lang="en-US" sz="19982">
                <a:solidFill>
                  <a:srgbClr val="6F251B"/>
                </a:solidFill>
                <a:latin typeface="More Sugar"/>
                <a:ea typeface="More Sugar"/>
                <a:cs typeface="More Sugar"/>
                <a:sym typeface="More Sugar"/>
              </a:rPr>
              <a:t>Group Project</a:t>
            </a:r>
          </a:p>
        </p:txBody>
      </p:sp>
      <p:sp>
        <p:nvSpPr>
          <p:cNvPr name="TextBox 12" id="12"/>
          <p:cNvSpPr txBox="true"/>
          <p:nvPr/>
        </p:nvSpPr>
        <p:spPr>
          <a:xfrm rot="0">
            <a:off x="5771998" y="8413396"/>
            <a:ext cx="6744005" cy="580340"/>
          </a:xfrm>
          <a:prstGeom prst="rect">
            <a:avLst/>
          </a:prstGeom>
        </p:spPr>
        <p:txBody>
          <a:bodyPr anchor="t" rtlCol="false" tIns="0" lIns="0" bIns="0" rIns="0">
            <a:spAutoFit/>
          </a:bodyPr>
          <a:lstStyle/>
          <a:p>
            <a:pPr algn="ctr">
              <a:lnSpc>
                <a:spcPts val="4759"/>
              </a:lnSpc>
            </a:pPr>
            <a:r>
              <a:rPr lang="en-US" sz="3399">
                <a:solidFill>
                  <a:srgbClr val="6F251B"/>
                </a:solidFill>
                <a:latin typeface="DM Sans"/>
                <a:ea typeface="DM Sans"/>
                <a:cs typeface="DM Sans"/>
                <a:sym typeface="DM Sans"/>
              </a:rPr>
              <a:t>Presented by Larana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8509726" y="803219"/>
            <a:ext cx="8749574" cy="8680562"/>
          </a:xfrm>
          <a:custGeom>
            <a:avLst/>
            <a:gdLst/>
            <a:ahLst/>
            <a:cxnLst/>
            <a:rect r="r" b="b" t="t" l="l"/>
            <a:pathLst>
              <a:path h="8680562" w="8749574">
                <a:moveTo>
                  <a:pt x="0" y="0"/>
                </a:moveTo>
                <a:lnTo>
                  <a:pt x="8749574" y="0"/>
                </a:lnTo>
                <a:lnTo>
                  <a:pt x="8749574" y="8680562"/>
                </a:lnTo>
                <a:lnTo>
                  <a:pt x="0" y="86805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095064"/>
            <a:ext cx="6354991" cy="2382623"/>
          </a:xfrm>
          <a:prstGeom prst="rect">
            <a:avLst/>
          </a:prstGeom>
        </p:spPr>
        <p:txBody>
          <a:bodyPr anchor="t" rtlCol="false" tIns="0" lIns="0" bIns="0" rIns="0">
            <a:spAutoFit/>
          </a:bodyPr>
          <a:lstStyle/>
          <a:p>
            <a:pPr algn="l">
              <a:lnSpc>
                <a:spcPts val="8951"/>
              </a:lnSpc>
            </a:pPr>
            <a:r>
              <a:rPr lang="en-US" sz="10057">
                <a:solidFill>
                  <a:srgbClr val="6F251B"/>
                </a:solidFill>
                <a:latin typeface="More Sugar"/>
                <a:ea typeface="More Sugar"/>
                <a:cs typeface="More Sugar"/>
                <a:sym typeface="More Sugar"/>
              </a:rPr>
              <a:t>Member of Group</a:t>
            </a:r>
          </a:p>
        </p:txBody>
      </p:sp>
      <p:sp>
        <p:nvSpPr>
          <p:cNvPr name="TextBox 4" id="4"/>
          <p:cNvSpPr txBox="true"/>
          <p:nvPr/>
        </p:nvSpPr>
        <p:spPr>
          <a:xfrm rot="0">
            <a:off x="9513803" y="2523504"/>
            <a:ext cx="2919478" cy="1285810"/>
          </a:xfrm>
          <a:prstGeom prst="rect">
            <a:avLst/>
          </a:prstGeom>
        </p:spPr>
        <p:txBody>
          <a:bodyPr anchor="t" rtlCol="false" tIns="0" lIns="0" bIns="0" rIns="0">
            <a:spAutoFit/>
          </a:bodyPr>
          <a:lstStyle/>
          <a:p>
            <a:pPr algn="ctr">
              <a:lnSpc>
                <a:spcPts val="4883"/>
              </a:lnSpc>
            </a:pPr>
            <a:r>
              <a:rPr lang="en-US" sz="5486">
                <a:solidFill>
                  <a:srgbClr val="6F251B"/>
                </a:solidFill>
                <a:latin typeface="More Sugar"/>
                <a:ea typeface="More Sugar"/>
                <a:cs typeface="More Sugar"/>
                <a:sym typeface="More Sugar"/>
              </a:rPr>
              <a:t>Avery Davis</a:t>
            </a:r>
          </a:p>
        </p:txBody>
      </p:sp>
      <p:sp>
        <p:nvSpPr>
          <p:cNvPr name="TextBox 5" id="5"/>
          <p:cNvSpPr txBox="true"/>
          <p:nvPr/>
        </p:nvSpPr>
        <p:spPr>
          <a:xfrm rot="0">
            <a:off x="13336330" y="4581557"/>
            <a:ext cx="2919478" cy="1285810"/>
          </a:xfrm>
          <a:prstGeom prst="rect">
            <a:avLst/>
          </a:prstGeom>
        </p:spPr>
        <p:txBody>
          <a:bodyPr anchor="t" rtlCol="false" tIns="0" lIns="0" bIns="0" rIns="0">
            <a:spAutoFit/>
          </a:bodyPr>
          <a:lstStyle/>
          <a:p>
            <a:pPr algn="ctr">
              <a:lnSpc>
                <a:spcPts val="4883"/>
              </a:lnSpc>
            </a:pPr>
            <a:r>
              <a:rPr lang="en-US" sz="5486">
                <a:solidFill>
                  <a:srgbClr val="6F251B"/>
                </a:solidFill>
                <a:latin typeface="More Sugar"/>
                <a:ea typeface="More Sugar"/>
                <a:cs typeface="More Sugar"/>
                <a:sym typeface="More Sugar"/>
              </a:rPr>
              <a:t>Ketut Susilo</a:t>
            </a:r>
          </a:p>
        </p:txBody>
      </p:sp>
      <p:sp>
        <p:nvSpPr>
          <p:cNvPr name="TextBox 6" id="6"/>
          <p:cNvSpPr txBox="true"/>
          <p:nvPr/>
        </p:nvSpPr>
        <p:spPr>
          <a:xfrm rot="0">
            <a:off x="9513803" y="6907528"/>
            <a:ext cx="2919478" cy="1285810"/>
          </a:xfrm>
          <a:prstGeom prst="rect">
            <a:avLst/>
          </a:prstGeom>
        </p:spPr>
        <p:txBody>
          <a:bodyPr anchor="t" rtlCol="false" tIns="0" lIns="0" bIns="0" rIns="0">
            <a:spAutoFit/>
          </a:bodyPr>
          <a:lstStyle/>
          <a:p>
            <a:pPr algn="ctr">
              <a:lnSpc>
                <a:spcPts val="4883"/>
              </a:lnSpc>
            </a:pPr>
            <a:r>
              <a:rPr lang="en-US" sz="5486">
                <a:solidFill>
                  <a:srgbClr val="6F251B"/>
                </a:solidFill>
                <a:latin typeface="More Sugar"/>
                <a:ea typeface="More Sugar"/>
                <a:cs typeface="More Sugar"/>
                <a:sym typeface="More Sugar"/>
              </a:rPr>
              <a:t>Samira Hadid</a:t>
            </a:r>
          </a:p>
        </p:txBody>
      </p:sp>
      <p:sp>
        <p:nvSpPr>
          <p:cNvPr name="Freeform 7" id="7"/>
          <p:cNvSpPr/>
          <p:nvPr/>
        </p:nvSpPr>
        <p:spPr>
          <a:xfrm flipH="true" flipV="true" rot="0">
            <a:off x="-950633" y="-879353"/>
            <a:ext cx="4660539" cy="3240932"/>
          </a:xfrm>
          <a:custGeom>
            <a:avLst/>
            <a:gdLst/>
            <a:ahLst/>
            <a:cxnLst/>
            <a:rect r="r" b="b" t="t" l="l"/>
            <a:pathLst>
              <a:path h="3240932" w="4660539">
                <a:moveTo>
                  <a:pt x="4660538" y="3240932"/>
                </a:moveTo>
                <a:lnTo>
                  <a:pt x="0" y="3240932"/>
                </a:lnTo>
                <a:lnTo>
                  <a:pt x="0" y="0"/>
                </a:lnTo>
                <a:lnTo>
                  <a:pt x="4660538" y="0"/>
                </a:lnTo>
                <a:lnTo>
                  <a:pt x="4660538" y="32409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0">
            <a:off x="14326574" y="8443961"/>
            <a:ext cx="4660539" cy="3240932"/>
          </a:xfrm>
          <a:custGeom>
            <a:avLst/>
            <a:gdLst/>
            <a:ahLst/>
            <a:cxnLst/>
            <a:rect r="r" b="b" t="t" l="l"/>
            <a:pathLst>
              <a:path h="3240932" w="4660539">
                <a:moveTo>
                  <a:pt x="4660539" y="3240932"/>
                </a:moveTo>
                <a:lnTo>
                  <a:pt x="0" y="3240932"/>
                </a:lnTo>
                <a:lnTo>
                  <a:pt x="0" y="0"/>
                </a:lnTo>
                <a:lnTo>
                  <a:pt x="4660539" y="0"/>
                </a:lnTo>
                <a:lnTo>
                  <a:pt x="4660539" y="32409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771037">
            <a:off x="1471360" y="9011879"/>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771037">
            <a:off x="4513890" y="7143860"/>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771037">
            <a:off x="16202741" y="1028700"/>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771037">
            <a:off x="12976237" y="-126453"/>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771037">
            <a:off x="17467675" y="-471902"/>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true" rot="0">
            <a:off x="-1651620" y="-1033514"/>
            <a:ext cx="5931028" cy="4124428"/>
          </a:xfrm>
          <a:custGeom>
            <a:avLst/>
            <a:gdLst/>
            <a:ahLst/>
            <a:cxnLst/>
            <a:rect r="r" b="b" t="t" l="l"/>
            <a:pathLst>
              <a:path h="4124428" w="5931028">
                <a:moveTo>
                  <a:pt x="5931028" y="4124428"/>
                </a:moveTo>
                <a:lnTo>
                  <a:pt x="0" y="4124428"/>
                </a:lnTo>
                <a:lnTo>
                  <a:pt x="0" y="0"/>
                </a:lnTo>
                <a:lnTo>
                  <a:pt x="5931028" y="0"/>
                </a:lnTo>
                <a:lnTo>
                  <a:pt x="5931028" y="412442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0779" y="179301"/>
            <a:ext cx="3178959" cy="5413088"/>
          </a:xfrm>
          <a:custGeom>
            <a:avLst/>
            <a:gdLst/>
            <a:ahLst/>
            <a:cxnLst/>
            <a:rect r="r" b="b" t="t" l="l"/>
            <a:pathLst>
              <a:path h="5413088" w="3178959">
                <a:moveTo>
                  <a:pt x="0" y="0"/>
                </a:moveTo>
                <a:lnTo>
                  <a:pt x="3178958" y="0"/>
                </a:lnTo>
                <a:lnTo>
                  <a:pt x="3178958" y="5413088"/>
                </a:lnTo>
                <a:lnTo>
                  <a:pt x="0" y="5413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466628" y="7502538"/>
            <a:ext cx="5966277" cy="4148940"/>
          </a:xfrm>
          <a:custGeom>
            <a:avLst/>
            <a:gdLst/>
            <a:ahLst/>
            <a:cxnLst/>
            <a:rect r="r" b="b" t="t" l="l"/>
            <a:pathLst>
              <a:path h="4148940" w="5966277">
                <a:moveTo>
                  <a:pt x="0" y="0"/>
                </a:moveTo>
                <a:lnTo>
                  <a:pt x="5966277" y="0"/>
                </a:lnTo>
                <a:lnTo>
                  <a:pt x="5966277" y="4148940"/>
                </a:lnTo>
                <a:lnTo>
                  <a:pt x="0" y="41489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5465709" y="2637187"/>
            <a:ext cx="7356581" cy="992031"/>
          </a:xfrm>
          <a:prstGeom prst="rect">
            <a:avLst/>
          </a:prstGeom>
        </p:spPr>
        <p:txBody>
          <a:bodyPr anchor="t" rtlCol="false" tIns="0" lIns="0" bIns="0" rIns="0">
            <a:spAutoFit/>
          </a:bodyPr>
          <a:lstStyle/>
          <a:p>
            <a:pPr algn="ctr">
              <a:lnSpc>
                <a:spcPts val="7143"/>
              </a:lnSpc>
            </a:pPr>
            <a:r>
              <a:rPr lang="en-US" sz="8026">
                <a:solidFill>
                  <a:srgbClr val="6F251B"/>
                </a:solidFill>
                <a:latin typeface="More Sugar"/>
                <a:ea typeface="More Sugar"/>
                <a:cs typeface="More Sugar"/>
                <a:sym typeface="More Sugar"/>
              </a:rPr>
              <a:t>Introduction</a:t>
            </a:r>
          </a:p>
        </p:txBody>
      </p:sp>
      <p:sp>
        <p:nvSpPr>
          <p:cNvPr name="TextBox 6" id="6"/>
          <p:cNvSpPr txBox="true"/>
          <p:nvPr/>
        </p:nvSpPr>
        <p:spPr>
          <a:xfrm rot="0">
            <a:off x="4703658" y="3782475"/>
            <a:ext cx="8880684" cy="4096186"/>
          </a:xfrm>
          <a:prstGeom prst="rect">
            <a:avLst/>
          </a:prstGeom>
        </p:spPr>
        <p:txBody>
          <a:bodyPr anchor="t" rtlCol="false" tIns="0" lIns="0" bIns="0" rIns="0">
            <a:spAutoFit/>
          </a:bodyPr>
          <a:lstStyle/>
          <a:p>
            <a:pPr algn="just">
              <a:lnSpc>
                <a:spcPts val="3640"/>
              </a:lnSpc>
            </a:pPr>
            <a:r>
              <a:rPr lang="en-US" sz="2600">
                <a:solidFill>
                  <a:srgbClr val="6F251B"/>
                </a:solidFill>
                <a:latin typeface="DM Sans"/>
                <a:ea typeface="DM Sans"/>
                <a:cs typeface="DM Sans"/>
                <a:sym typeface="DM Sans"/>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a:t>
            </a:r>
          </a:p>
        </p:txBody>
      </p:sp>
      <p:sp>
        <p:nvSpPr>
          <p:cNvPr name="Freeform 7" id="7"/>
          <p:cNvSpPr/>
          <p:nvPr/>
        </p:nvSpPr>
        <p:spPr>
          <a:xfrm flipH="false" flipV="false" rot="-771037">
            <a:off x="16202741" y="1028700"/>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71037">
            <a:off x="11483645" y="-471902"/>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771037">
            <a:off x="6534927" y="9855407"/>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771037">
            <a:off x="1815831" y="8354805"/>
            <a:ext cx="1056559" cy="943803"/>
          </a:xfrm>
          <a:custGeom>
            <a:avLst/>
            <a:gdLst/>
            <a:ahLst/>
            <a:cxnLst/>
            <a:rect r="r" b="b" t="t" l="l"/>
            <a:pathLst>
              <a:path h="943803" w="1056559">
                <a:moveTo>
                  <a:pt x="0" y="0"/>
                </a:moveTo>
                <a:lnTo>
                  <a:pt x="1056558" y="0"/>
                </a:lnTo>
                <a:lnTo>
                  <a:pt x="1056558" y="943804"/>
                </a:lnTo>
                <a:lnTo>
                  <a:pt x="0" y="9438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true" rot="0">
            <a:off x="14293786" y="-1033514"/>
            <a:ext cx="5931028" cy="4124428"/>
          </a:xfrm>
          <a:custGeom>
            <a:avLst/>
            <a:gdLst/>
            <a:ahLst/>
            <a:cxnLst/>
            <a:rect r="r" b="b" t="t" l="l"/>
            <a:pathLst>
              <a:path h="4124428" w="5931028">
                <a:moveTo>
                  <a:pt x="5931028" y="4124428"/>
                </a:moveTo>
                <a:lnTo>
                  <a:pt x="0" y="4124428"/>
                </a:lnTo>
                <a:lnTo>
                  <a:pt x="0" y="0"/>
                </a:lnTo>
                <a:lnTo>
                  <a:pt x="5931028" y="0"/>
                </a:lnTo>
                <a:lnTo>
                  <a:pt x="5931028" y="412442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02820" y="7196086"/>
            <a:ext cx="5931028" cy="4124428"/>
          </a:xfrm>
          <a:custGeom>
            <a:avLst/>
            <a:gdLst/>
            <a:ahLst/>
            <a:cxnLst/>
            <a:rect r="r" b="b" t="t" l="l"/>
            <a:pathLst>
              <a:path h="4124428" w="5931028">
                <a:moveTo>
                  <a:pt x="5931028" y="0"/>
                </a:moveTo>
                <a:lnTo>
                  <a:pt x="0" y="0"/>
                </a:lnTo>
                <a:lnTo>
                  <a:pt x="0" y="4124428"/>
                </a:lnTo>
                <a:lnTo>
                  <a:pt x="5931028" y="4124428"/>
                </a:lnTo>
                <a:lnTo>
                  <a:pt x="593102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605958" y="4346981"/>
            <a:ext cx="4068995" cy="6229380"/>
          </a:xfrm>
          <a:custGeom>
            <a:avLst/>
            <a:gdLst/>
            <a:ahLst/>
            <a:cxnLst/>
            <a:rect r="r" b="b" t="t" l="l"/>
            <a:pathLst>
              <a:path h="6229380" w="4068995">
                <a:moveTo>
                  <a:pt x="0" y="0"/>
                </a:moveTo>
                <a:lnTo>
                  <a:pt x="4068995" y="0"/>
                </a:lnTo>
                <a:lnTo>
                  <a:pt x="4068995" y="6229380"/>
                </a:lnTo>
                <a:lnTo>
                  <a:pt x="0" y="62293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16526" y="-1033514"/>
            <a:ext cx="3777860" cy="2913775"/>
          </a:xfrm>
          <a:custGeom>
            <a:avLst/>
            <a:gdLst/>
            <a:ahLst/>
            <a:cxnLst/>
            <a:rect r="r" b="b" t="t" l="l"/>
            <a:pathLst>
              <a:path h="2913775" w="3777860">
                <a:moveTo>
                  <a:pt x="0" y="0"/>
                </a:moveTo>
                <a:lnTo>
                  <a:pt x="3777860" y="0"/>
                </a:lnTo>
                <a:lnTo>
                  <a:pt x="3777860" y="2913775"/>
                </a:lnTo>
                <a:lnTo>
                  <a:pt x="0" y="29137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5465709" y="1257300"/>
            <a:ext cx="7356581" cy="1896643"/>
          </a:xfrm>
          <a:prstGeom prst="rect">
            <a:avLst/>
          </a:prstGeom>
        </p:spPr>
        <p:txBody>
          <a:bodyPr anchor="t" rtlCol="false" tIns="0" lIns="0" bIns="0" rIns="0">
            <a:spAutoFit/>
          </a:bodyPr>
          <a:lstStyle/>
          <a:p>
            <a:pPr algn="ctr">
              <a:lnSpc>
                <a:spcPts val="7143"/>
              </a:lnSpc>
            </a:pPr>
            <a:r>
              <a:rPr lang="en-US" sz="8026">
                <a:solidFill>
                  <a:srgbClr val="6F251B"/>
                </a:solidFill>
                <a:latin typeface="More Sugar"/>
                <a:ea typeface="More Sugar"/>
                <a:cs typeface="More Sugar"/>
                <a:sym typeface="More Sugar"/>
              </a:rPr>
              <a:t>Project Overview</a:t>
            </a:r>
          </a:p>
        </p:txBody>
      </p:sp>
      <p:sp>
        <p:nvSpPr>
          <p:cNvPr name="TextBox 7" id="7"/>
          <p:cNvSpPr txBox="true"/>
          <p:nvPr/>
        </p:nvSpPr>
        <p:spPr>
          <a:xfrm rot="0">
            <a:off x="9144000" y="4886826"/>
            <a:ext cx="5711677" cy="3638787"/>
          </a:xfrm>
          <a:prstGeom prst="rect">
            <a:avLst/>
          </a:prstGeom>
        </p:spPr>
        <p:txBody>
          <a:bodyPr anchor="t" rtlCol="false" tIns="0" lIns="0" bIns="0" rIns="0">
            <a:spAutoFit/>
          </a:bodyPr>
          <a:lstStyle/>
          <a:p>
            <a:pPr algn="just">
              <a:lnSpc>
                <a:spcPts val="3640"/>
              </a:lnSpc>
            </a:pPr>
            <a:r>
              <a:rPr lang="en-US" sz="2600">
                <a:solidFill>
                  <a:srgbClr val="6F251B"/>
                </a:solidFill>
                <a:latin typeface="DM Sans"/>
                <a:ea typeface="DM Sans"/>
                <a:cs typeface="DM Sans"/>
                <a:sym typeface="DM Sans"/>
              </a:rPr>
              <a:t>Lorem ipsum dolor sit amet, consectetur adipiscing elit. Nulla faucibus pretium nunc, ut accumsan leo tempus vel. Vivamus ultricies vitae felis eget ultricies. Donec commodo euismod sapien, quis sagittis leo blandit eget. Mauris dictum viverra congue.</a:t>
            </a:r>
          </a:p>
        </p:txBody>
      </p:sp>
      <p:sp>
        <p:nvSpPr>
          <p:cNvPr name="TextBox 8" id="8"/>
          <p:cNvSpPr txBox="true"/>
          <p:nvPr/>
        </p:nvSpPr>
        <p:spPr>
          <a:xfrm rot="0">
            <a:off x="9144000" y="4280306"/>
            <a:ext cx="5711677" cy="547345"/>
          </a:xfrm>
          <a:prstGeom prst="rect">
            <a:avLst/>
          </a:prstGeom>
        </p:spPr>
        <p:txBody>
          <a:bodyPr anchor="t" rtlCol="false" tIns="0" lIns="0" bIns="0" rIns="0">
            <a:spAutoFit/>
          </a:bodyPr>
          <a:lstStyle/>
          <a:p>
            <a:pPr algn="just">
              <a:lnSpc>
                <a:spcPts val="4480"/>
              </a:lnSpc>
            </a:pPr>
            <a:r>
              <a:rPr lang="en-US" sz="3200" b="true">
                <a:solidFill>
                  <a:srgbClr val="6F251B"/>
                </a:solidFill>
                <a:latin typeface="DM Sans Bold"/>
                <a:ea typeface="DM Sans Bold"/>
                <a:cs typeface="DM Sans Bold"/>
                <a:sym typeface="DM Sans Bold"/>
              </a:rPr>
              <a:t>About the Project</a:t>
            </a:r>
          </a:p>
        </p:txBody>
      </p:sp>
      <p:sp>
        <p:nvSpPr>
          <p:cNvPr name="TextBox 9" id="9"/>
          <p:cNvSpPr txBox="true"/>
          <p:nvPr/>
        </p:nvSpPr>
        <p:spPr>
          <a:xfrm rot="0">
            <a:off x="1028700" y="4005546"/>
            <a:ext cx="7362825" cy="2724487"/>
          </a:xfrm>
          <a:prstGeom prst="rect">
            <a:avLst/>
          </a:prstGeom>
        </p:spPr>
        <p:txBody>
          <a:bodyPr anchor="t" rtlCol="false" tIns="0" lIns="0" bIns="0" rIns="0">
            <a:spAutoFit/>
          </a:bodyPr>
          <a:lstStyle/>
          <a:p>
            <a:pPr algn="just">
              <a:lnSpc>
                <a:spcPts val="3640"/>
              </a:lnSpc>
            </a:pPr>
            <a:r>
              <a:rPr lang="en-US" sz="2600">
                <a:solidFill>
                  <a:srgbClr val="6F251B"/>
                </a:solidFill>
                <a:latin typeface="DM Sans"/>
                <a:ea typeface="DM Sans"/>
                <a:cs typeface="DM Sans"/>
                <a:sym typeface="DM Sans"/>
              </a:rPr>
              <a:t>Lorem ipsum dolor sit amet, consectetur adipiscing elit. Nulla faucibus pretium nunc, ut accumsan leo tempus vel. Vivamus ultricies vitae felis eget ultricies. Donec commodo euismod sapien, quis sagittis leo blandit eget. Mauris dictum viverra congue.</a:t>
            </a:r>
          </a:p>
        </p:txBody>
      </p:sp>
      <p:sp>
        <p:nvSpPr>
          <p:cNvPr name="TextBox 10" id="10"/>
          <p:cNvSpPr txBox="true"/>
          <p:nvPr/>
        </p:nvSpPr>
        <p:spPr>
          <a:xfrm rot="0">
            <a:off x="1028700" y="3399025"/>
            <a:ext cx="5711677" cy="547345"/>
          </a:xfrm>
          <a:prstGeom prst="rect">
            <a:avLst/>
          </a:prstGeom>
        </p:spPr>
        <p:txBody>
          <a:bodyPr anchor="t" rtlCol="false" tIns="0" lIns="0" bIns="0" rIns="0">
            <a:spAutoFit/>
          </a:bodyPr>
          <a:lstStyle/>
          <a:p>
            <a:pPr algn="just">
              <a:lnSpc>
                <a:spcPts val="4480"/>
              </a:lnSpc>
            </a:pPr>
            <a:r>
              <a:rPr lang="en-US" sz="3200" b="true">
                <a:solidFill>
                  <a:srgbClr val="6F251B"/>
                </a:solidFill>
                <a:latin typeface="DM Sans Bold"/>
                <a:ea typeface="DM Sans Bold"/>
                <a:cs typeface="DM Sans Bold"/>
                <a:sym typeface="DM Sans Bold"/>
              </a:rPr>
              <a:t>Project Background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2396331" y="7376776"/>
            <a:ext cx="6991095" cy="4861598"/>
          </a:xfrm>
          <a:custGeom>
            <a:avLst/>
            <a:gdLst/>
            <a:ahLst/>
            <a:cxnLst/>
            <a:rect r="r" b="b" t="t" l="l"/>
            <a:pathLst>
              <a:path h="4861598" w="6991095">
                <a:moveTo>
                  <a:pt x="0" y="0"/>
                </a:moveTo>
                <a:lnTo>
                  <a:pt x="6991095" y="0"/>
                </a:lnTo>
                <a:lnTo>
                  <a:pt x="6991095" y="4861597"/>
                </a:lnTo>
                <a:lnTo>
                  <a:pt x="0" y="48615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2580787" y="480606"/>
            <a:ext cx="6806640" cy="4662894"/>
          </a:xfrm>
          <a:custGeom>
            <a:avLst/>
            <a:gdLst/>
            <a:ahLst/>
            <a:cxnLst/>
            <a:rect r="r" b="b" t="t" l="l"/>
            <a:pathLst>
              <a:path h="4662894" w="6806640">
                <a:moveTo>
                  <a:pt x="6806639" y="0"/>
                </a:moveTo>
                <a:lnTo>
                  <a:pt x="0" y="0"/>
                </a:lnTo>
                <a:lnTo>
                  <a:pt x="0" y="4662894"/>
                </a:lnTo>
                <a:lnTo>
                  <a:pt x="6806639" y="4662894"/>
                </a:lnTo>
                <a:lnTo>
                  <a:pt x="680663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355382" y="-3574031"/>
            <a:ext cx="6991095" cy="4861598"/>
          </a:xfrm>
          <a:custGeom>
            <a:avLst/>
            <a:gdLst/>
            <a:ahLst/>
            <a:cxnLst/>
            <a:rect r="r" b="b" t="t" l="l"/>
            <a:pathLst>
              <a:path h="4861598" w="6991095">
                <a:moveTo>
                  <a:pt x="6991095" y="0"/>
                </a:moveTo>
                <a:lnTo>
                  <a:pt x="0" y="0"/>
                </a:lnTo>
                <a:lnTo>
                  <a:pt x="0" y="4861598"/>
                </a:lnTo>
                <a:lnTo>
                  <a:pt x="6991095" y="4861598"/>
                </a:lnTo>
                <a:lnTo>
                  <a:pt x="69910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28700" y="3614462"/>
            <a:ext cx="1111466" cy="955166"/>
            <a:chOff x="0" y="0"/>
            <a:chExt cx="812800" cy="698500"/>
          </a:xfrm>
        </p:grpSpPr>
        <p:sp>
          <p:nvSpPr>
            <p:cNvPr name="Freeform 6" id="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6F251B"/>
            </a:solidFill>
          </p:spPr>
        </p:sp>
        <p:sp>
          <p:nvSpPr>
            <p:cNvPr name="TextBox 7" id="7"/>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1257300"/>
            <a:ext cx="7356581" cy="1897168"/>
          </a:xfrm>
          <a:prstGeom prst="rect">
            <a:avLst/>
          </a:prstGeom>
        </p:spPr>
        <p:txBody>
          <a:bodyPr anchor="t" rtlCol="false" tIns="0" lIns="0" bIns="0" rIns="0">
            <a:spAutoFit/>
          </a:bodyPr>
          <a:lstStyle/>
          <a:p>
            <a:pPr algn="l">
              <a:lnSpc>
                <a:spcPts val="7143"/>
              </a:lnSpc>
            </a:pPr>
            <a:r>
              <a:rPr lang="en-US" sz="8026">
                <a:solidFill>
                  <a:srgbClr val="6F251B"/>
                </a:solidFill>
                <a:latin typeface="More Sugar"/>
                <a:ea typeface="More Sugar"/>
                <a:cs typeface="More Sugar"/>
                <a:sym typeface="More Sugar"/>
              </a:rPr>
              <a:t>Problem Identification</a:t>
            </a:r>
          </a:p>
        </p:txBody>
      </p:sp>
      <p:sp>
        <p:nvSpPr>
          <p:cNvPr name="TextBox 9" id="9"/>
          <p:cNvSpPr txBox="true"/>
          <p:nvPr/>
        </p:nvSpPr>
        <p:spPr>
          <a:xfrm rot="0">
            <a:off x="1238526" y="3899294"/>
            <a:ext cx="691813" cy="490276"/>
          </a:xfrm>
          <a:prstGeom prst="rect">
            <a:avLst/>
          </a:prstGeom>
        </p:spPr>
        <p:txBody>
          <a:bodyPr anchor="t" rtlCol="false" tIns="0" lIns="0" bIns="0" rIns="0">
            <a:spAutoFit/>
          </a:bodyPr>
          <a:lstStyle/>
          <a:p>
            <a:pPr algn="ctr">
              <a:lnSpc>
                <a:spcPts val="3481"/>
              </a:lnSpc>
            </a:pPr>
            <a:r>
              <a:rPr lang="en-US" sz="3912">
                <a:solidFill>
                  <a:srgbClr val="F5F5F5"/>
                </a:solidFill>
                <a:latin typeface="More Sugar"/>
                <a:ea typeface="More Sugar"/>
                <a:cs typeface="More Sugar"/>
                <a:sym typeface="More Sugar"/>
              </a:rPr>
              <a:t>01</a:t>
            </a:r>
          </a:p>
        </p:txBody>
      </p:sp>
      <p:sp>
        <p:nvSpPr>
          <p:cNvPr name="TextBox 10" id="10"/>
          <p:cNvSpPr txBox="true"/>
          <p:nvPr/>
        </p:nvSpPr>
        <p:spPr>
          <a:xfrm rot="0">
            <a:off x="2332218" y="3655825"/>
            <a:ext cx="8841629" cy="824953"/>
          </a:xfrm>
          <a:prstGeom prst="rect">
            <a:avLst/>
          </a:prstGeom>
        </p:spPr>
        <p:txBody>
          <a:bodyPr anchor="t" rtlCol="false" tIns="0" lIns="0" bIns="0" rIns="0">
            <a:spAutoFit/>
          </a:bodyPr>
          <a:lstStyle/>
          <a:p>
            <a:pPr algn="just">
              <a:lnSpc>
                <a:spcPts val="3360"/>
              </a:lnSpc>
            </a:pPr>
            <a:r>
              <a:rPr lang="en-US" sz="2400">
                <a:solidFill>
                  <a:srgbClr val="6F251B"/>
                </a:solidFill>
                <a:latin typeface="DM Sans"/>
                <a:ea typeface="DM Sans"/>
                <a:cs typeface="DM Sans"/>
                <a:sym typeface="DM Sans"/>
              </a:rPr>
              <a:t>Lorem ipsum dolor sit amet, consectetur adipiscing elit. Nulla faucibus pretium nunc, ut accumsan leo tempus vel.</a:t>
            </a:r>
          </a:p>
        </p:txBody>
      </p:sp>
      <p:grpSp>
        <p:nvGrpSpPr>
          <p:cNvPr name="Group 11" id="11"/>
          <p:cNvGrpSpPr/>
          <p:nvPr/>
        </p:nvGrpSpPr>
        <p:grpSpPr>
          <a:xfrm rot="0">
            <a:off x="1028700" y="5026827"/>
            <a:ext cx="1111466" cy="955166"/>
            <a:chOff x="0" y="0"/>
            <a:chExt cx="812800" cy="698500"/>
          </a:xfrm>
        </p:grpSpPr>
        <p:sp>
          <p:nvSpPr>
            <p:cNvPr name="Freeform 12" id="12"/>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6F251B"/>
            </a:solidFill>
          </p:spPr>
        </p:sp>
        <p:sp>
          <p:nvSpPr>
            <p:cNvPr name="TextBox 13" id="13"/>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238526" y="5311660"/>
            <a:ext cx="691813" cy="490276"/>
          </a:xfrm>
          <a:prstGeom prst="rect">
            <a:avLst/>
          </a:prstGeom>
        </p:spPr>
        <p:txBody>
          <a:bodyPr anchor="t" rtlCol="false" tIns="0" lIns="0" bIns="0" rIns="0">
            <a:spAutoFit/>
          </a:bodyPr>
          <a:lstStyle/>
          <a:p>
            <a:pPr algn="ctr">
              <a:lnSpc>
                <a:spcPts val="3481"/>
              </a:lnSpc>
            </a:pPr>
            <a:r>
              <a:rPr lang="en-US" sz="3912">
                <a:solidFill>
                  <a:srgbClr val="F5F5F5"/>
                </a:solidFill>
                <a:latin typeface="More Sugar"/>
                <a:ea typeface="More Sugar"/>
                <a:cs typeface="More Sugar"/>
                <a:sym typeface="More Sugar"/>
              </a:rPr>
              <a:t>02</a:t>
            </a:r>
          </a:p>
        </p:txBody>
      </p:sp>
      <p:sp>
        <p:nvSpPr>
          <p:cNvPr name="TextBox 15" id="15"/>
          <p:cNvSpPr txBox="true"/>
          <p:nvPr/>
        </p:nvSpPr>
        <p:spPr>
          <a:xfrm rot="0">
            <a:off x="2332218" y="5068191"/>
            <a:ext cx="8841629" cy="824815"/>
          </a:xfrm>
          <a:prstGeom prst="rect">
            <a:avLst/>
          </a:prstGeom>
        </p:spPr>
        <p:txBody>
          <a:bodyPr anchor="t" rtlCol="false" tIns="0" lIns="0" bIns="0" rIns="0">
            <a:spAutoFit/>
          </a:bodyPr>
          <a:lstStyle/>
          <a:p>
            <a:pPr algn="just">
              <a:lnSpc>
                <a:spcPts val="3360"/>
              </a:lnSpc>
            </a:pPr>
            <a:r>
              <a:rPr lang="en-US" sz="2400">
                <a:solidFill>
                  <a:srgbClr val="6F251B"/>
                </a:solidFill>
                <a:latin typeface="DM Sans"/>
                <a:ea typeface="DM Sans"/>
                <a:cs typeface="DM Sans"/>
                <a:sym typeface="DM Sans"/>
              </a:rPr>
              <a:t>Lorem ipsum dolor sit amet, consectetur adipiscing elit. Nulla faucibus pretium nunc, ut accumsan leo tempus vel.</a:t>
            </a:r>
          </a:p>
        </p:txBody>
      </p:sp>
      <p:grpSp>
        <p:nvGrpSpPr>
          <p:cNvPr name="Group 16" id="16"/>
          <p:cNvGrpSpPr/>
          <p:nvPr/>
        </p:nvGrpSpPr>
        <p:grpSpPr>
          <a:xfrm rot="0">
            <a:off x="1028700" y="6439193"/>
            <a:ext cx="1111466" cy="955166"/>
            <a:chOff x="0" y="0"/>
            <a:chExt cx="812800" cy="698500"/>
          </a:xfrm>
        </p:grpSpPr>
        <p:sp>
          <p:nvSpPr>
            <p:cNvPr name="Freeform 17" id="1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6F251B"/>
            </a:solidFill>
          </p:spPr>
        </p:sp>
        <p:sp>
          <p:nvSpPr>
            <p:cNvPr name="TextBox 18" id="18"/>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238526" y="6724026"/>
            <a:ext cx="691813" cy="490276"/>
          </a:xfrm>
          <a:prstGeom prst="rect">
            <a:avLst/>
          </a:prstGeom>
        </p:spPr>
        <p:txBody>
          <a:bodyPr anchor="t" rtlCol="false" tIns="0" lIns="0" bIns="0" rIns="0">
            <a:spAutoFit/>
          </a:bodyPr>
          <a:lstStyle/>
          <a:p>
            <a:pPr algn="ctr">
              <a:lnSpc>
                <a:spcPts val="3481"/>
              </a:lnSpc>
            </a:pPr>
            <a:r>
              <a:rPr lang="en-US" sz="3912">
                <a:solidFill>
                  <a:srgbClr val="F5F5F5"/>
                </a:solidFill>
                <a:latin typeface="More Sugar"/>
                <a:ea typeface="More Sugar"/>
                <a:cs typeface="More Sugar"/>
                <a:sym typeface="More Sugar"/>
              </a:rPr>
              <a:t>03</a:t>
            </a:r>
          </a:p>
        </p:txBody>
      </p:sp>
      <p:sp>
        <p:nvSpPr>
          <p:cNvPr name="TextBox 20" id="20"/>
          <p:cNvSpPr txBox="true"/>
          <p:nvPr/>
        </p:nvSpPr>
        <p:spPr>
          <a:xfrm rot="0">
            <a:off x="2332218" y="6480556"/>
            <a:ext cx="8841629" cy="824815"/>
          </a:xfrm>
          <a:prstGeom prst="rect">
            <a:avLst/>
          </a:prstGeom>
        </p:spPr>
        <p:txBody>
          <a:bodyPr anchor="t" rtlCol="false" tIns="0" lIns="0" bIns="0" rIns="0">
            <a:spAutoFit/>
          </a:bodyPr>
          <a:lstStyle/>
          <a:p>
            <a:pPr algn="just">
              <a:lnSpc>
                <a:spcPts val="3360"/>
              </a:lnSpc>
            </a:pPr>
            <a:r>
              <a:rPr lang="en-US" sz="2400">
                <a:solidFill>
                  <a:srgbClr val="6F251B"/>
                </a:solidFill>
                <a:latin typeface="DM Sans"/>
                <a:ea typeface="DM Sans"/>
                <a:cs typeface="DM Sans"/>
                <a:sym typeface="DM Sans"/>
              </a:rPr>
              <a:t>Lorem ipsum dolor sit amet, consectetur adipiscing elit. Nulla faucibus pretium nunc, ut accumsan leo tempus vel.</a:t>
            </a:r>
          </a:p>
        </p:txBody>
      </p:sp>
      <p:grpSp>
        <p:nvGrpSpPr>
          <p:cNvPr name="Group 21" id="21"/>
          <p:cNvGrpSpPr/>
          <p:nvPr/>
        </p:nvGrpSpPr>
        <p:grpSpPr>
          <a:xfrm rot="0">
            <a:off x="1028700" y="7851559"/>
            <a:ext cx="1111466" cy="955166"/>
            <a:chOff x="0" y="0"/>
            <a:chExt cx="812800" cy="698500"/>
          </a:xfrm>
        </p:grpSpPr>
        <p:sp>
          <p:nvSpPr>
            <p:cNvPr name="Freeform 22" id="22"/>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6F251B"/>
            </a:solidFill>
          </p:spPr>
        </p:sp>
        <p:sp>
          <p:nvSpPr>
            <p:cNvPr name="TextBox 23" id="23"/>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238526" y="8136391"/>
            <a:ext cx="691813" cy="490276"/>
          </a:xfrm>
          <a:prstGeom prst="rect">
            <a:avLst/>
          </a:prstGeom>
        </p:spPr>
        <p:txBody>
          <a:bodyPr anchor="t" rtlCol="false" tIns="0" lIns="0" bIns="0" rIns="0">
            <a:spAutoFit/>
          </a:bodyPr>
          <a:lstStyle/>
          <a:p>
            <a:pPr algn="ctr">
              <a:lnSpc>
                <a:spcPts val="3481"/>
              </a:lnSpc>
            </a:pPr>
            <a:r>
              <a:rPr lang="en-US" sz="3912">
                <a:solidFill>
                  <a:srgbClr val="F5F5F5"/>
                </a:solidFill>
                <a:latin typeface="More Sugar"/>
                <a:ea typeface="More Sugar"/>
                <a:cs typeface="More Sugar"/>
                <a:sym typeface="More Sugar"/>
              </a:rPr>
              <a:t>04</a:t>
            </a:r>
          </a:p>
        </p:txBody>
      </p:sp>
      <p:sp>
        <p:nvSpPr>
          <p:cNvPr name="TextBox 25" id="25"/>
          <p:cNvSpPr txBox="true"/>
          <p:nvPr/>
        </p:nvSpPr>
        <p:spPr>
          <a:xfrm rot="0">
            <a:off x="2332218" y="7892922"/>
            <a:ext cx="8841629" cy="824815"/>
          </a:xfrm>
          <a:prstGeom prst="rect">
            <a:avLst/>
          </a:prstGeom>
        </p:spPr>
        <p:txBody>
          <a:bodyPr anchor="t" rtlCol="false" tIns="0" lIns="0" bIns="0" rIns="0">
            <a:spAutoFit/>
          </a:bodyPr>
          <a:lstStyle/>
          <a:p>
            <a:pPr algn="just">
              <a:lnSpc>
                <a:spcPts val="3360"/>
              </a:lnSpc>
            </a:pPr>
            <a:r>
              <a:rPr lang="en-US" sz="2400">
                <a:solidFill>
                  <a:srgbClr val="6F251B"/>
                </a:solidFill>
                <a:latin typeface="DM Sans"/>
                <a:ea typeface="DM Sans"/>
                <a:cs typeface="DM Sans"/>
                <a:sym typeface="DM Sans"/>
              </a:rPr>
              <a:t>Lorem ipsum dolor sit amet, consectetur adipiscing elit. Nulla faucibus pretium nunc, ut accumsan leo tempus vel.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916577" y="1654387"/>
            <a:ext cx="4845836" cy="4546275"/>
          </a:xfrm>
          <a:custGeom>
            <a:avLst/>
            <a:gdLst/>
            <a:ahLst/>
            <a:cxnLst/>
            <a:rect r="r" b="b" t="t" l="l"/>
            <a:pathLst>
              <a:path h="4546275" w="4845836">
                <a:moveTo>
                  <a:pt x="0" y="0"/>
                </a:moveTo>
                <a:lnTo>
                  <a:pt x="4845836" y="0"/>
                </a:lnTo>
                <a:lnTo>
                  <a:pt x="4845836" y="4546275"/>
                </a:lnTo>
                <a:lnTo>
                  <a:pt x="0" y="45462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6910908"/>
            <a:ext cx="7356581" cy="992293"/>
          </a:xfrm>
          <a:prstGeom prst="rect">
            <a:avLst/>
          </a:prstGeom>
        </p:spPr>
        <p:txBody>
          <a:bodyPr anchor="t" rtlCol="false" tIns="0" lIns="0" bIns="0" rIns="0">
            <a:spAutoFit/>
          </a:bodyPr>
          <a:lstStyle/>
          <a:p>
            <a:pPr algn="l">
              <a:lnSpc>
                <a:spcPts val="7143"/>
              </a:lnSpc>
            </a:pPr>
            <a:r>
              <a:rPr lang="en-US" sz="8026">
                <a:solidFill>
                  <a:srgbClr val="6F251B"/>
                </a:solidFill>
                <a:latin typeface="More Sugar"/>
                <a:ea typeface="More Sugar"/>
                <a:cs typeface="More Sugar"/>
                <a:sym typeface="More Sugar"/>
              </a:rPr>
              <a:t>Project Goal</a:t>
            </a:r>
          </a:p>
        </p:txBody>
      </p:sp>
      <p:sp>
        <p:nvSpPr>
          <p:cNvPr name="TextBox 4" id="4"/>
          <p:cNvSpPr txBox="true"/>
          <p:nvPr/>
        </p:nvSpPr>
        <p:spPr>
          <a:xfrm rot="0">
            <a:off x="1028700" y="8014410"/>
            <a:ext cx="6621590" cy="1243890"/>
          </a:xfrm>
          <a:prstGeom prst="rect">
            <a:avLst/>
          </a:prstGeom>
        </p:spPr>
        <p:txBody>
          <a:bodyPr anchor="t" rtlCol="false" tIns="0" lIns="0" bIns="0" rIns="0">
            <a:spAutoFit/>
          </a:bodyPr>
          <a:lstStyle/>
          <a:p>
            <a:pPr algn="just">
              <a:lnSpc>
                <a:spcPts val="3360"/>
              </a:lnSpc>
            </a:pPr>
            <a:r>
              <a:rPr lang="en-US" sz="2400">
                <a:solidFill>
                  <a:srgbClr val="6F251B"/>
                </a:solidFill>
                <a:latin typeface="DM Sans"/>
                <a:ea typeface="DM Sans"/>
                <a:cs typeface="DM Sans"/>
                <a:sym typeface="DM Sans"/>
              </a:rPr>
              <a:t>Lorem ipsum dolor sit amet, consectetur adipiscing elit. Nulla faucibus pretium nunc, ut accumsan leo tempus vel.</a:t>
            </a:r>
          </a:p>
        </p:txBody>
      </p:sp>
      <p:grpSp>
        <p:nvGrpSpPr>
          <p:cNvPr name="Group 5" id="5"/>
          <p:cNvGrpSpPr/>
          <p:nvPr/>
        </p:nvGrpSpPr>
        <p:grpSpPr>
          <a:xfrm rot="0">
            <a:off x="11287726" y="1253310"/>
            <a:ext cx="1111466" cy="955166"/>
            <a:chOff x="0" y="0"/>
            <a:chExt cx="812800" cy="698500"/>
          </a:xfrm>
        </p:grpSpPr>
        <p:sp>
          <p:nvSpPr>
            <p:cNvPr name="Freeform 6" id="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6F251B"/>
            </a:solidFill>
          </p:spPr>
        </p:sp>
        <p:sp>
          <p:nvSpPr>
            <p:cNvPr name="TextBox 7" id="7"/>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1497552" y="1538142"/>
            <a:ext cx="691813" cy="490276"/>
          </a:xfrm>
          <a:prstGeom prst="rect">
            <a:avLst/>
          </a:prstGeom>
        </p:spPr>
        <p:txBody>
          <a:bodyPr anchor="t" rtlCol="false" tIns="0" lIns="0" bIns="0" rIns="0">
            <a:spAutoFit/>
          </a:bodyPr>
          <a:lstStyle/>
          <a:p>
            <a:pPr algn="ctr">
              <a:lnSpc>
                <a:spcPts val="3481"/>
              </a:lnSpc>
            </a:pPr>
            <a:r>
              <a:rPr lang="en-US" sz="3912">
                <a:solidFill>
                  <a:srgbClr val="F5F5F5"/>
                </a:solidFill>
                <a:latin typeface="More Sugar"/>
                <a:ea typeface="More Sugar"/>
                <a:cs typeface="More Sugar"/>
                <a:sym typeface="More Sugar"/>
              </a:rPr>
              <a:t>01</a:t>
            </a:r>
          </a:p>
        </p:txBody>
      </p:sp>
      <p:sp>
        <p:nvSpPr>
          <p:cNvPr name="TextBox 9" id="9"/>
          <p:cNvSpPr txBox="true"/>
          <p:nvPr/>
        </p:nvSpPr>
        <p:spPr>
          <a:xfrm rot="0">
            <a:off x="10371838" y="2532232"/>
            <a:ext cx="2943242" cy="2335043"/>
          </a:xfrm>
          <a:prstGeom prst="rect">
            <a:avLst/>
          </a:prstGeom>
        </p:spPr>
        <p:txBody>
          <a:bodyPr anchor="t" rtlCol="false" tIns="0" lIns="0" bIns="0" rIns="0">
            <a:spAutoFit/>
          </a:bodyPr>
          <a:lstStyle/>
          <a:p>
            <a:pPr algn="just">
              <a:lnSpc>
                <a:spcPts val="3080"/>
              </a:lnSpc>
            </a:pPr>
            <a:r>
              <a:rPr lang="en-US" sz="2200">
                <a:solidFill>
                  <a:srgbClr val="6F251B"/>
                </a:solidFill>
                <a:latin typeface="DM Sans"/>
                <a:ea typeface="DM Sans"/>
                <a:cs typeface="DM Sans"/>
                <a:sym typeface="DM Sans"/>
              </a:rPr>
              <a:t>Lorem ipsum dolor sit amet, consectetur adipiscing elit. Nulla faucibus pretium nunc, ut accumsan leo tempus vel.</a:t>
            </a:r>
          </a:p>
        </p:txBody>
      </p:sp>
      <p:grpSp>
        <p:nvGrpSpPr>
          <p:cNvPr name="Group 10" id="10"/>
          <p:cNvGrpSpPr/>
          <p:nvPr/>
        </p:nvGrpSpPr>
        <p:grpSpPr>
          <a:xfrm rot="0">
            <a:off x="15231946" y="1253310"/>
            <a:ext cx="1111466" cy="955166"/>
            <a:chOff x="0" y="0"/>
            <a:chExt cx="812800" cy="698500"/>
          </a:xfrm>
        </p:grpSpPr>
        <p:sp>
          <p:nvSpPr>
            <p:cNvPr name="Freeform 11" id="1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6F251B"/>
            </a:solidFill>
          </p:spPr>
        </p:sp>
        <p:sp>
          <p:nvSpPr>
            <p:cNvPr name="TextBox 12" id="12"/>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5441773" y="1538142"/>
            <a:ext cx="691813" cy="490276"/>
          </a:xfrm>
          <a:prstGeom prst="rect">
            <a:avLst/>
          </a:prstGeom>
        </p:spPr>
        <p:txBody>
          <a:bodyPr anchor="t" rtlCol="false" tIns="0" lIns="0" bIns="0" rIns="0">
            <a:spAutoFit/>
          </a:bodyPr>
          <a:lstStyle/>
          <a:p>
            <a:pPr algn="ctr">
              <a:lnSpc>
                <a:spcPts val="3481"/>
              </a:lnSpc>
            </a:pPr>
            <a:r>
              <a:rPr lang="en-US" sz="3912">
                <a:solidFill>
                  <a:srgbClr val="F5F5F5"/>
                </a:solidFill>
                <a:latin typeface="More Sugar"/>
                <a:ea typeface="More Sugar"/>
                <a:cs typeface="More Sugar"/>
                <a:sym typeface="More Sugar"/>
              </a:rPr>
              <a:t>02</a:t>
            </a:r>
          </a:p>
        </p:txBody>
      </p:sp>
      <p:sp>
        <p:nvSpPr>
          <p:cNvPr name="TextBox 14" id="14"/>
          <p:cNvSpPr txBox="true"/>
          <p:nvPr/>
        </p:nvSpPr>
        <p:spPr>
          <a:xfrm rot="0">
            <a:off x="14316058" y="2532232"/>
            <a:ext cx="2943242" cy="2335043"/>
          </a:xfrm>
          <a:prstGeom prst="rect">
            <a:avLst/>
          </a:prstGeom>
        </p:spPr>
        <p:txBody>
          <a:bodyPr anchor="t" rtlCol="false" tIns="0" lIns="0" bIns="0" rIns="0">
            <a:spAutoFit/>
          </a:bodyPr>
          <a:lstStyle/>
          <a:p>
            <a:pPr algn="just">
              <a:lnSpc>
                <a:spcPts val="3080"/>
              </a:lnSpc>
            </a:pPr>
            <a:r>
              <a:rPr lang="en-US" sz="2200">
                <a:solidFill>
                  <a:srgbClr val="6F251B"/>
                </a:solidFill>
                <a:latin typeface="DM Sans"/>
                <a:ea typeface="DM Sans"/>
                <a:cs typeface="DM Sans"/>
                <a:sym typeface="DM Sans"/>
              </a:rPr>
              <a:t>Lorem ipsum dolor sit amet, consectetur adipiscing elit. Nulla faucibus pretium nunc, ut accumsan leo tempus vel.</a:t>
            </a:r>
          </a:p>
        </p:txBody>
      </p:sp>
      <p:grpSp>
        <p:nvGrpSpPr>
          <p:cNvPr name="Group 15" id="15"/>
          <p:cNvGrpSpPr/>
          <p:nvPr/>
        </p:nvGrpSpPr>
        <p:grpSpPr>
          <a:xfrm rot="0">
            <a:off x="11287726" y="5419725"/>
            <a:ext cx="1111466" cy="955166"/>
            <a:chOff x="0" y="0"/>
            <a:chExt cx="812800" cy="698500"/>
          </a:xfrm>
        </p:grpSpPr>
        <p:sp>
          <p:nvSpPr>
            <p:cNvPr name="Freeform 16" id="1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6F251B"/>
            </a:solidFill>
          </p:spPr>
        </p:sp>
        <p:sp>
          <p:nvSpPr>
            <p:cNvPr name="TextBox 17" id="17"/>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1497552" y="5704557"/>
            <a:ext cx="691813" cy="490276"/>
          </a:xfrm>
          <a:prstGeom prst="rect">
            <a:avLst/>
          </a:prstGeom>
        </p:spPr>
        <p:txBody>
          <a:bodyPr anchor="t" rtlCol="false" tIns="0" lIns="0" bIns="0" rIns="0">
            <a:spAutoFit/>
          </a:bodyPr>
          <a:lstStyle/>
          <a:p>
            <a:pPr algn="ctr">
              <a:lnSpc>
                <a:spcPts val="3481"/>
              </a:lnSpc>
            </a:pPr>
            <a:r>
              <a:rPr lang="en-US" sz="3912">
                <a:solidFill>
                  <a:srgbClr val="F5F5F5"/>
                </a:solidFill>
                <a:latin typeface="More Sugar"/>
                <a:ea typeface="More Sugar"/>
                <a:cs typeface="More Sugar"/>
                <a:sym typeface="More Sugar"/>
              </a:rPr>
              <a:t>03</a:t>
            </a:r>
          </a:p>
        </p:txBody>
      </p:sp>
      <p:sp>
        <p:nvSpPr>
          <p:cNvPr name="TextBox 19" id="19"/>
          <p:cNvSpPr txBox="true"/>
          <p:nvPr/>
        </p:nvSpPr>
        <p:spPr>
          <a:xfrm rot="0">
            <a:off x="10371838" y="6698647"/>
            <a:ext cx="2943242" cy="2335043"/>
          </a:xfrm>
          <a:prstGeom prst="rect">
            <a:avLst/>
          </a:prstGeom>
        </p:spPr>
        <p:txBody>
          <a:bodyPr anchor="t" rtlCol="false" tIns="0" lIns="0" bIns="0" rIns="0">
            <a:spAutoFit/>
          </a:bodyPr>
          <a:lstStyle/>
          <a:p>
            <a:pPr algn="just">
              <a:lnSpc>
                <a:spcPts val="3080"/>
              </a:lnSpc>
            </a:pPr>
            <a:r>
              <a:rPr lang="en-US" sz="2200">
                <a:solidFill>
                  <a:srgbClr val="6F251B"/>
                </a:solidFill>
                <a:latin typeface="DM Sans"/>
                <a:ea typeface="DM Sans"/>
                <a:cs typeface="DM Sans"/>
                <a:sym typeface="DM Sans"/>
              </a:rPr>
              <a:t>Lorem ipsum dolor sit amet, consectetur adipiscing elit. Nulla faucibus pretium nunc, ut accumsan leo tempus vel.</a:t>
            </a:r>
          </a:p>
        </p:txBody>
      </p:sp>
      <p:grpSp>
        <p:nvGrpSpPr>
          <p:cNvPr name="Group 20" id="20"/>
          <p:cNvGrpSpPr/>
          <p:nvPr/>
        </p:nvGrpSpPr>
        <p:grpSpPr>
          <a:xfrm rot="0">
            <a:off x="15231946" y="5419725"/>
            <a:ext cx="1111466" cy="955166"/>
            <a:chOff x="0" y="0"/>
            <a:chExt cx="812800" cy="698500"/>
          </a:xfrm>
        </p:grpSpPr>
        <p:sp>
          <p:nvSpPr>
            <p:cNvPr name="Freeform 21" id="21"/>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6F251B"/>
            </a:solidFill>
          </p:spPr>
        </p:sp>
        <p:sp>
          <p:nvSpPr>
            <p:cNvPr name="TextBox 22" id="22"/>
            <p:cNvSpPr txBox="true"/>
            <p:nvPr/>
          </p:nvSpPr>
          <p:spPr>
            <a:xfrm>
              <a:off x="114300" y="-38100"/>
              <a:ext cx="584200" cy="736600"/>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5441773" y="5704557"/>
            <a:ext cx="691813" cy="490276"/>
          </a:xfrm>
          <a:prstGeom prst="rect">
            <a:avLst/>
          </a:prstGeom>
        </p:spPr>
        <p:txBody>
          <a:bodyPr anchor="t" rtlCol="false" tIns="0" lIns="0" bIns="0" rIns="0">
            <a:spAutoFit/>
          </a:bodyPr>
          <a:lstStyle/>
          <a:p>
            <a:pPr algn="ctr">
              <a:lnSpc>
                <a:spcPts val="3481"/>
              </a:lnSpc>
            </a:pPr>
            <a:r>
              <a:rPr lang="en-US" sz="3912">
                <a:solidFill>
                  <a:srgbClr val="F5F5F5"/>
                </a:solidFill>
                <a:latin typeface="More Sugar"/>
                <a:ea typeface="More Sugar"/>
                <a:cs typeface="More Sugar"/>
                <a:sym typeface="More Sugar"/>
              </a:rPr>
              <a:t>04</a:t>
            </a:r>
          </a:p>
        </p:txBody>
      </p:sp>
      <p:sp>
        <p:nvSpPr>
          <p:cNvPr name="TextBox 24" id="24"/>
          <p:cNvSpPr txBox="true"/>
          <p:nvPr/>
        </p:nvSpPr>
        <p:spPr>
          <a:xfrm rot="0">
            <a:off x="14316058" y="6698647"/>
            <a:ext cx="2943242" cy="2335043"/>
          </a:xfrm>
          <a:prstGeom prst="rect">
            <a:avLst/>
          </a:prstGeom>
        </p:spPr>
        <p:txBody>
          <a:bodyPr anchor="t" rtlCol="false" tIns="0" lIns="0" bIns="0" rIns="0">
            <a:spAutoFit/>
          </a:bodyPr>
          <a:lstStyle/>
          <a:p>
            <a:pPr algn="just">
              <a:lnSpc>
                <a:spcPts val="3080"/>
              </a:lnSpc>
            </a:pPr>
            <a:r>
              <a:rPr lang="en-US" sz="2200">
                <a:solidFill>
                  <a:srgbClr val="6F251B"/>
                </a:solidFill>
                <a:latin typeface="DM Sans"/>
                <a:ea typeface="DM Sans"/>
                <a:cs typeface="DM Sans"/>
                <a:sym typeface="DM Sans"/>
              </a:rPr>
              <a:t>Lorem ipsum dolor sit amet, consectetur adipiscing elit. Nulla faucibus pretium nunc, ut accumsan leo tempus vel.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3462162" y="7576247"/>
            <a:ext cx="6684421" cy="4375257"/>
          </a:xfrm>
          <a:custGeom>
            <a:avLst/>
            <a:gdLst/>
            <a:ahLst/>
            <a:cxnLst/>
            <a:rect r="r" b="b" t="t" l="l"/>
            <a:pathLst>
              <a:path h="4375257" w="6684421">
                <a:moveTo>
                  <a:pt x="0" y="0"/>
                </a:moveTo>
                <a:lnTo>
                  <a:pt x="6684421" y="0"/>
                </a:lnTo>
                <a:lnTo>
                  <a:pt x="6684421" y="4375258"/>
                </a:lnTo>
                <a:lnTo>
                  <a:pt x="0" y="43752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799883" y="-1945380"/>
            <a:ext cx="6684421" cy="4375257"/>
          </a:xfrm>
          <a:custGeom>
            <a:avLst/>
            <a:gdLst/>
            <a:ahLst/>
            <a:cxnLst/>
            <a:rect r="r" b="b" t="t" l="l"/>
            <a:pathLst>
              <a:path h="4375257" w="6684421">
                <a:moveTo>
                  <a:pt x="0" y="0"/>
                </a:moveTo>
                <a:lnTo>
                  <a:pt x="6684421" y="0"/>
                </a:lnTo>
                <a:lnTo>
                  <a:pt x="6684421" y="4375257"/>
                </a:lnTo>
                <a:lnTo>
                  <a:pt x="0" y="43752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465709" y="1257300"/>
            <a:ext cx="7356581" cy="992293"/>
          </a:xfrm>
          <a:prstGeom prst="rect">
            <a:avLst/>
          </a:prstGeom>
        </p:spPr>
        <p:txBody>
          <a:bodyPr anchor="t" rtlCol="false" tIns="0" lIns="0" bIns="0" rIns="0">
            <a:spAutoFit/>
          </a:bodyPr>
          <a:lstStyle/>
          <a:p>
            <a:pPr algn="ctr">
              <a:lnSpc>
                <a:spcPts val="7143"/>
              </a:lnSpc>
            </a:pPr>
            <a:r>
              <a:rPr lang="en-US" sz="8026">
                <a:solidFill>
                  <a:srgbClr val="6F251B"/>
                </a:solidFill>
                <a:latin typeface="More Sugar"/>
                <a:ea typeface="More Sugar"/>
                <a:cs typeface="More Sugar"/>
                <a:sym typeface="More Sugar"/>
              </a:rPr>
              <a:t>Methodology</a:t>
            </a:r>
          </a:p>
        </p:txBody>
      </p:sp>
      <p:sp>
        <p:nvSpPr>
          <p:cNvPr name="TextBox 5" id="5"/>
          <p:cNvSpPr txBox="true"/>
          <p:nvPr/>
        </p:nvSpPr>
        <p:spPr>
          <a:xfrm rot="0">
            <a:off x="1256164" y="4051179"/>
            <a:ext cx="7362825" cy="2724487"/>
          </a:xfrm>
          <a:prstGeom prst="rect">
            <a:avLst/>
          </a:prstGeom>
        </p:spPr>
        <p:txBody>
          <a:bodyPr anchor="t" rtlCol="false" tIns="0" lIns="0" bIns="0" rIns="0">
            <a:spAutoFit/>
          </a:bodyPr>
          <a:lstStyle/>
          <a:p>
            <a:pPr algn="just">
              <a:lnSpc>
                <a:spcPts val="3640"/>
              </a:lnSpc>
            </a:pPr>
            <a:r>
              <a:rPr lang="en-US" sz="2600">
                <a:solidFill>
                  <a:srgbClr val="6F251B"/>
                </a:solidFill>
                <a:latin typeface="DM Sans"/>
                <a:ea typeface="DM Sans"/>
                <a:cs typeface="DM Sans"/>
                <a:sym typeface="DM Sans"/>
              </a:rPr>
              <a:t>Lorem ipsum dolor sit amet, consectetur adipiscing elit. Nulla faucibus pretium nunc, ut accumsan leo tempus vel. Vivamus ultricies vitae felis eget ultricies. Donec commodo euismod sapien, quis sagittis leo blandit eget. Mauris dictum viverra congue.</a:t>
            </a:r>
          </a:p>
        </p:txBody>
      </p:sp>
      <p:sp>
        <p:nvSpPr>
          <p:cNvPr name="TextBox 6" id="6"/>
          <p:cNvSpPr txBox="true"/>
          <p:nvPr/>
        </p:nvSpPr>
        <p:spPr>
          <a:xfrm rot="0">
            <a:off x="1256164" y="3444659"/>
            <a:ext cx="5711677" cy="547345"/>
          </a:xfrm>
          <a:prstGeom prst="rect">
            <a:avLst/>
          </a:prstGeom>
        </p:spPr>
        <p:txBody>
          <a:bodyPr anchor="t" rtlCol="false" tIns="0" lIns="0" bIns="0" rIns="0">
            <a:spAutoFit/>
          </a:bodyPr>
          <a:lstStyle/>
          <a:p>
            <a:pPr algn="just">
              <a:lnSpc>
                <a:spcPts val="4480"/>
              </a:lnSpc>
            </a:pPr>
            <a:r>
              <a:rPr lang="en-US" sz="3200" b="true">
                <a:solidFill>
                  <a:srgbClr val="6F251B"/>
                </a:solidFill>
                <a:latin typeface="DM Sans Bold"/>
                <a:ea typeface="DM Sans Bold"/>
                <a:cs typeface="DM Sans Bold"/>
                <a:sym typeface="DM Sans Bold"/>
              </a:rPr>
              <a:t>1st Method</a:t>
            </a:r>
          </a:p>
        </p:txBody>
      </p:sp>
      <p:sp>
        <p:nvSpPr>
          <p:cNvPr name="TextBox 7" id="7"/>
          <p:cNvSpPr txBox="true"/>
          <p:nvPr/>
        </p:nvSpPr>
        <p:spPr>
          <a:xfrm rot="0">
            <a:off x="9669011" y="4051179"/>
            <a:ext cx="7362825" cy="2724487"/>
          </a:xfrm>
          <a:prstGeom prst="rect">
            <a:avLst/>
          </a:prstGeom>
        </p:spPr>
        <p:txBody>
          <a:bodyPr anchor="t" rtlCol="false" tIns="0" lIns="0" bIns="0" rIns="0">
            <a:spAutoFit/>
          </a:bodyPr>
          <a:lstStyle/>
          <a:p>
            <a:pPr algn="just">
              <a:lnSpc>
                <a:spcPts val="3640"/>
              </a:lnSpc>
            </a:pPr>
            <a:r>
              <a:rPr lang="en-US" sz="2600">
                <a:solidFill>
                  <a:srgbClr val="6F251B"/>
                </a:solidFill>
                <a:latin typeface="DM Sans"/>
                <a:ea typeface="DM Sans"/>
                <a:cs typeface="DM Sans"/>
                <a:sym typeface="DM Sans"/>
              </a:rPr>
              <a:t>Lorem ipsum dolor sit amet, consectetur adipiscing elit. Nulla faucibus pretium nunc, ut accumsan leo tempus vel. Vivamus ultricies vitae felis eget ultricies. Donec commodo euismod sapien, quis sagittis leo blandit eget. Mauris dictum viverra congue.</a:t>
            </a:r>
          </a:p>
        </p:txBody>
      </p:sp>
      <p:sp>
        <p:nvSpPr>
          <p:cNvPr name="TextBox 8" id="8"/>
          <p:cNvSpPr txBox="true"/>
          <p:nvPr/>
        </p:nvSpPr>
        <p:spPr>
          <a:xfrm rot="0">
            <a:off x="9669011" y="3444659"/>
            <a:ext cx="5711677" cy="547345"/>
          </a:xfrm>
          <a:prstGeom prst="rect">
            <a:avLst/>
          </a:prstGeom>
        </p:spPr>
        <p:txBody>
          <a:bodyPr anchor="t" rtlCol="false" tIns="0" lIns="0" bIns="0" rIns="0">
            <a:spAutoFit/>
          </a:bodyPr>
          <a:lstStyle/>
          <a:p>
            <a:pPr algn="just">
              <a:lnSpc>
                <a:spcPts val="4480"/>
              </a:lnSpc>
            </a:pPr>
            <a:r>
              <a:rPr lang="en-US" sz="3200" b="true">
                <a:solidFill>
                  <a:srgbClr val="6F251B"/>
                </a:solidFill>
                <a:latin typeface="DM Sans Bold"/>
                <a:ea typeface="DM Sans Bold"/>
                <a:cs typeface="DM Sans Bold"/>
                <a:sym typeface="DM Sans Bold"/>
              </a:rPr>
              <a:t>2nd Method</a:t>
            </a:r>
          </a:p>
        </p:txBody>
      </p:sp>
      <p:sp>
        <p:nvSpPr>
          <p:cNvPr name="Freeform 9" id="9"/>
          <p:cNvSpPr/>
          <p:nvPr/>
        </p:nvSpPr>
        <p:spPr>
          <a:xfrm flipH="false" flipV="false" rot="0">
            <a:off x="14728641" y="610447"/>
            <a:ext cx="2303196" cy="2057400"/>
          </a:xfrm>
          <a:custGeom>
            <a:avLst/>
            <a:gdLst/>
            <a:ahLst/>
            <a:cxnLst/>
            <a:rect r="r" b="b" t="t" l="l"/>
            <a:pathLst>
              <a:path h="2057400" w="2303196">
                <a:moveTo>
                  <a:pt x="0" y="0"/>
                </a:moveTo>
                <a:lnTo>
                  <a:pt x="2303195" y="0"/>
                </a:lnTo>
                <a:lnTo>
                  <a:pt x="2303195"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881041" y="2937043"/>
            <a:ext cx="999198" cy="892564"/>
          </a:xfrm>
          <a:custGeom>
            <a:avLst/>
            <a:gdLst/>
            <a:ahLst/>
            <a:cxnLst/>
            <a:rect r="r" b="b" t="t" l="l"/>
            <a:pathLst>
              <a:path h="892564" w="999198">
                <a:moveTo>
                  <a:pt x="0" y="0"/>
                </a:moveTo>
                <a:lnTo>
                  <a:pt x="999197" y="0"/>
                </a:lnTo>
                <a:lnTo>
                  <a:pt x="999197" y="892564"/>
                </a:lnTo>
                <a:lnTo>
                  <a:pt x="0" y="892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47032" y="7706476"/>
            <a:ext cx="2303196" cy="2057400"/>
          </a:xfrm>
          <a:custGeom>
            <a:avLst/>
            <a:gdLst/>
            <a:ahLst/>
            <a:cxnLst/>
            <a:rect r="r" b="b" t="t" l="l"/>
            <a:pathLst>
              <a:path h="2057400" w="2303196">
                <a:moveTo>
                  <a:pt x="0" y="0"/>
                </a:moveTo>
                <a:lnTo>
                  <a:pt x="2303196" y="0"/>
                </a:lnTo>
                <a:lnTo>
                  <a:pt x="2303196"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028700" y="1314450"/>
            <a:ext cx="6833915" cy="1238253"/>
          </a:xfrm>
          <a:prstGeom prst="rect">
            <a:avLst/>
          </a:prstGeom>
        </p:spPr>
        <p:txBody>
          <a:bodyPr anchor="t" rtlCol="false" tIns="0" lIns="0" bIns="0" rIns="0">
            <a:spAutoFit/>
          </a:bodyPr>
          <a:lstStyle/>
          <a:p>
            <a:pPr algn="l">
              <a:lnSpc>
                <a:spcPts val="8917"/>
              </a:lnSpc>
            </a:pPr>
            <a:r>
              <a:rPr lang="en-US" sz="10019">
                <a:solidFill>
                  <a:srgbClr val="6F251B"/>
                </a:solidFill>
                <a:latin typeface="More Sugar"/>
                <a:ea typeface="More Sugar"/>
                <a:cs typeface="More Sugar"/>
                <a:sym typeface="More Sugar"/>
              </a:rPr>
              <a:t>Analysis</a:t>
            </a:r>
          </a:p>
        </p:txBody>
      </p:sp>
      <p:sp>
        <p:nvSpPr>
          <p:cNvPr name="TextBox 3" id="3"/>
          <p:cNvSpPr txBox="true"/>
          <p:nvPr/>
        </p:nvSpPr>
        <p:spPr>
          <a:xfrm rot="0">
            <a:off x="1028700" y="2505078"/>
            <a:ext cx="6482274" cy="1163394"/>
          </a:xfrm>
          <a:prstGeom prst="rect">
            <a:avLst/>
          </a:prstGeom>
        </p:spPr>
        <p:txBody>
          <a:bodyPr anchor="t" rtlCol="false" tIns="0" lIns="0" bIns="0" rIns="0">
            <a:spAutoFit/>
          </a:bodyPr>
          <a:lstStyle/>
          <a:p>
            <a:pPr algn="just">
              <a:lnSpc>
                <a:spcPts val="3080"/>
              </a:lnSpc>
            </a:pPr>
            <a:r>
              <a:rPr lang="en-US" sz="2200">
                <a:solidFill>
                  <a:srgbClr val="6F251B"/>
                </a:solidFill>
                <a:latin typeface="DM Sans"/>
                <a:ea typeface="DM Sans"/>
                <a:cs typeface="DM Sans"/>
                <a:sym typeface="DM Sans"/>
              </a:rPr>
              <a:t>Lorem ipsum dolor sit amet, consectetur adipiscing elit. Nulla faucibus pretium nunc, ut accumsan leo tempus vel.</a:t>
            </a:r>
          </a:p>
        </p:txBody>
      </p:sp>
      <p:pic>
        <p:nvPicPr>
          <p:cNvPr name="Picture 4" id="4"/>
          <p:cNvPicPr>
            <a:picLocks noChangeAspect="true"/>
          </p:cNvPicPr>
          <p:nvPr/>
        </p:nvPicPr>
        <p:blipFill>
          <a:blip r:embed="rId2"/>
          <a:stretch>
            <a:fillRect/>
          </a:stretch>
        </p:blipFill>
        <p:spPr>
          <a:xfrm rot="0">
            <a:off x="345308" y="3396114"/>
            <a:ext cx="8200698" cy="6545578"/>
          </a:xfrm>
          <a:prstGeom prst="rect">
            <a:avLst/>
          </a:prstGeom>
        </p:spPr>
      </p:pic>
      <p:sp>
        <p:nvSpPr>
          <p:cNvPr name="TextBox 5" id="5"/>
          <p:cNvSpPr txBox="true"/>
          <p:nvPr/>
        </p:nvSpPr>
        <p:spPr>
          <a:xfrm rot="0">
            <a:off x="9144000" y="4368546"/>
            <a:ext cx="8115300" cy="4553088"/>
          </a:xfrm>
          <a:prstGeom prst="rect">
            <a:avLst/>
          </a:prstGeom>
        </p:spPr>
        <p:txBody>
          <a:bodyPr anchor="t" rtlCol="false" tIns="0" lIns="0" bIns="0" rIns="0">
            <a:spAutoFit/>
          </a:bodyPr>
          <a:lstStyle/>
          <a:p>
            <a:pPr algn="just">
              <a:lnSpc>
                <a:spcPts val="3640"/>
              </a:lnSpc>
            </a:pPr>
            <a:r>
              <a:rPr lang="en-US" sz="2600">
                <a:solidFill>
                  <a:srgbClr val="6F251B"/>
                </a:solidFill>
                <a:latin typeface="DM Sans"/>
                <a:ea typeface="DM Sans"/>
                <a:cs typeface="DM Sans"/>
                <a:sym typeface="DM Sans"/>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a:t>
            </a:r>
          </a:p>
        </p:txBody>
      </p:sp>
      <p:sp>
        <p:nvSpPr>
          <p:cNvPr name="Freeform 6" id="6"/>
          <p:cNvSpPr/>
          <p:nvPr/>
        </p:nvSpPr>
        <p:spPr>
          <a:xfrm flipH="false" flipV="false" rot="-3344905">
            <a:off x="14230941" y="93752"/>
            <a:ext cx="3698029" cy="4446374"/>
          </a:xfrm>
          <a:custGeom>
            <a:avLst/>
            <a:gdLst/>
            <a:ahLst/>
            <a:cxnLst/>
            <a:rect r="r" b="b" t="t" l="l"/>
            <a:pathLst>
              <a:path h="4446374" w="3698029">
                <a:moveTo>
                  <a:pt x="0" y="0"/>
                </a:moveTo>
                <a:lnTo>
                  <a:pt x="3698029" y="0"/>
                </a:lnTo>
                <a:lnTo>
                  <a:pt x="3698029" y="4446375"/>
                </a:lnTo>
                <a:lnTo>
                  <a:pt x="0" y="44463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777639" y="1028700"/>
            <a:ext cx="1309439" cy="1169697"/>
          </a:xfrm>
          <a:custGeom>
            <a:avLst/>
            <a:gdLst/>
            <a:ahLst/>
            <a:cxnLst/>
            <a:rect r="r" b="b" t="t" l="l"/>
            <a:pathLst>
              <a:path h="1169697" w="1309439">
                <a:moveTo>
                  <a:pt x="0" y="0"/>
                </a:moveTo>
                <a:lnTo>
                  <a:pt x="1309440" y="0"/>
                </a:lnTo>
                <a:lnTo>
                  <a:pt x="1309440" y="1169697"/>
                </a:lnTo>
                <a:lnTo>
                  <a:pt x="0" y="1169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436175" y="8921634"/>
            <a:ext cx="1851825" cy="1654199"/>
          </a:xfrm>
          <a:custGeom>
            <a:avLst/>
            <a:gdLst/>
            <a:ahLst/>
            <a:cxnLst/>
            <a:rect r="r" b="b" t="t" l="l"/>
            <a:pathLst>
              <a:path h="1654199" w="1851825">
                <a:moveTo>
                  <a:pt x="0" y="0"/>
                </a:moveTo>
                <a:lnTo>
                  <a:pt x="1851825" y="0"/>
                </a:lnTo>
                <a:lnTo>
                  <a:pt x="1851825" y="1654200"/>
                </a:lnTo>
                <a:lnTo>
                  <a:pt x="0" y="16542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823125" y="-625499"/>
            <a:ext cx="1851825" cy="1654199"/>
          </a:xfrm>
          <a:custGeom>
            <a:avLst/>
            <a:gdLst/>
            <a:ahLst/>
            <a:cxnLst/>
            <a:rect r="r" b="b" t="t" l="l"/>
            <a:pathLst>
              <a:path h="1654199" w="1851825">
                <a:moveTo>
                  <a:pt x="0" y="0"/>
                </a:moveTo>
                <a:lnTo>
                  <a:pt x="1851825" y="0"/>
                </a:lnTo>
                <a:lnTo>
                  <a:pt x="1851825" y="1654199"/>
                </a:lnTo>
                <a:lnTo>
                  <a:pt x="0" y="16541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2376323" y="2931223"/>
            <a:ext cx="825327" cy="737248"/>
          </a:xfrm>
          <a:custGeom>
            <a:avLst/>
            <a:gdLst/>
            <a:ahLst/>
            <a:cxnLst/>
            <a:rect r="r" b="b" t="t" l="l"/>
            <a:pathLst>
              <a:path h="737248" w="825327">
                <a:moveTo>
                  <a:pt x="0" y="0"/>
                </a:moveTo>
                <a:lnTo>
                  <a:pt x="825327" y="0"/>
                </a:lnTo>
                <a:lnTo>
                  <a:pt x="825327" y="737248"/>
                </a:lnTo>
                <a:lnTo>
                  <a:pt x="0" y="7372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1028700" y="1314450"/>
            <a:ext cx="6833915" cy="1238253"/>
          </a:xfrm>
          <a:prstGeom prst="rect">
            <a:avLst/>
          </a:prstGeom>
        </p:spPr>
        <p:txBody>
          <a:bodyPr anchor="t" rtlCol="false" tIns="0" lIns="0" bIns="0" rIns="0">
            <a:spAutoFit/>
          </a:bodyPr>
          <a:lstStyle/>
          <a:p>
            <a:pPr algn="l">
              <a:lnSpc>
                <a:spcPts val="8917"/>
              </a:lnSpc>
            </a:pPr>
            <a:r>
              <a:rPr lang="en-US" sz="10019">
                <a:solidFill>
                  <a:srgbClr val="6F251B"/>
                </a:solidFill>
                <a:latin typeface="More Sugar"/>
                <a:ea typeface="More Sugar"/>
                <a:cs typeface="More Sugar"/>
                <a:sym typeface="More Sugar"/>
              </a:rPr>
              <a:t>Result</a:t>
            </a:r>
          </a:p>
        </p:txBody>
      </p:sp>
      <p:sp>
        <p:nvSpPr>
          <p:cNvPr name="TextBox 3" id="3"/>
          <p:cNvSpPr txBox="true"/>
          <p:nvPr/>
        </p:nvSpPr>
        <p:spPr>
          <a:xfrm rot="0">
            <a:off x="1028700" y="2505078"/>
            <a:ext cx="6482274" cy="1163394"/>
          </a:xfrm>
          <a:prstGeom prst="rect">
            <a:avLst/>
          </a:prstGeom>
        </p:spPr>
        <p:txBody>
          <a:bodyPr anchor="t" rtlCol="false" tIns="0" lIns="0" bIns="0" rIns="0">
            <a:spAutoFit/>
          </a:bodyPr>
          <a:lstStyle/>
          <a:p>
            <a:pPr algn="just">
              <a:lnSpc>
                <a:spcPts val="3080"/>
              </a:lnSpc>
            </a:pPr>
            <a:r>
              <a:rPr lang="en-US" sz="2200">
                <a:solidFill>
                  <a:srgbClr val="6F251B"/>
                </a:solidFill>
                <a:latin typeface="DM Sans"/>
                <a:ea typeface="DM Sans"/>
                <a:cs typeface="DM Sans"/>
                <a:sym typeface="DM Sans"/>
              </a:rPr>
              <a:t>Lorem ipsum dolor sit amet, consectetur adipiscing elit. Nulla faucibus pretium nunc, ut accumsan leo tempus vel.</a:t>
            </a:r>
          </a:p>
        </p:txBody>
      </p:sp>
      <p:sp>
        <p:nvSpPr>
          <p:cNvPr name="TextBox 4" id="4"/>
          <p:cNvSpPr txBox="true"/>
          <p:nvPr/>
        </p:nvSpPr>
        <p:spPr>
          <a:xfrm rot="0">
            <a:off x="9144000" y="6533813"/>
            <a:ext cx="8115300" cy="2724487"/>
          </a:xfrm>
          <a:prstGeom prst="rect">
            <a:avLst/>
          </a:prstGeom>
        </p:spPr>
        <p:txBody>
          <a:bodyPr anchor="t" rtlCol="false" tIns="0" lIns="0" bIns="0" rIns="0">
            <a:spAutoFit/>
          </a:bodyPr>
          <a:lstStyle/>
          <a:p>
            <a:pPr algn="just">
              <a:lnSpc>
                <a:spcPts val="3640"/>
              </a:lnSpc>
            </a:pPr>
            <a:r>
              <a:rPr lang="en-US" sz="2600">
                <a:solidFill>
                  <a:srgbClr val="6F251B"/>
                </a:solidFill>
                <a:latin typeface="DM Sans"/>
                <a:ea typeface="DM Sans"/>
                <a:cs typeface="DM Sans"/>
                <a:sym typeface="DM Sans"/>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a:t>
            </a:r>
          </a:p>
        </p:txBody>
      </p:sp>
      <p:sp>
        <p:nvSpPr>
          <p:cNvPr name="Freeform 5" id="5"/>
          <p:cNvSpPr/>
          <p:nvPr/>
        </p:nvSpPr>
        <p:spPr>
          <a:xfrm flipH="false" flipV="false" rot="0">
            <a:off x="16436175" y="9258300"/>
            <a:ext cx="1851825" cy="1654199"/>
          </a:xfrm>
          <a:custGeom>
            <a:avLst/>
            <a:gdLst/>
            <a:ahLst/>
            <a:cxnLst/>
            <a:rect r="r" b="b" t="t" l="l"/>
            <a:pathLst>
              <a:path h="1654199" w="1851825">
                <a:moveTo>
                  <a:pt x="0" y="0"/>
                </a:moveTo>
                <a:lnTo>
                  <a:pt x="1851825" y="0"/>
                </a:lnTo>
                <a:lnTo>
                  <a:pt x="1851825" y="1654199"/>
                </a:lnTo>
                <a:lnTo>
                  <a:pt x="0" y="1654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23125" y="-625499"/>
            <a:ext cx="1851825" cy="1654199"/>
          </a:xfrm>
          <a:custGeom>
            <a:avLst/>
            <a:gdLst/>
            <a:ahLst/>
            <a:cxnLst/>
            <a:rect r="r" b="b" t="t" l="l"/>
            <a:pathLst>
              <a:path h="1654199" w="1851825">
                <a:moveTo>
                  <a:pt x="0" y="0"/>
                </a:moveTo>
                <a:lnTo>
                  <a:pt x="1851825" y="0"/>
                </a:lnTo>
                <a:lnTo>
                  <a:pt x="1851825" y="1654199"/>
                </a:lnTo>
                <a:lnTo>
                  <a:pt x="0" y="16541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7" id="7"/>
          <p:cNvPicPr>
            <a:picLocks noChangeAspect="true"/>
          </p:cNvPicPr>
          <p:nvPr/>
        </p:nvPicPr>
        <p:blipFill>
          <a:blip r:embed="rId4"/>
          <a:stretch>
            <a:fillRect/>
          </a:stretch>
        </p:blipFill>
        <p:spPr>
          <a:xfrm rot="0">
            <a:off x="278963" y="3329768"/>
            <a:ext cx="8996849" cy="6678270"/>
          </a:xfrm>
          <a:prstGeom prst="rect">
            <a:avLst/>
          </a:prstGeom>
        </p:spPr>
      </p:pic>
      <p:pic>
        <p:nvPicPr>
          <p:cNvPr name="Picture 8" id="8"/>
          <p:cNvPicPr>
            <a:picLocks noChangeAspect="true"/>
          </p:cNvPicPr>
          <p:nvPr/>
        </p:nvPicPr>
        <p:blipFill>
          <a:blip r:embed="rId5"/>
          <a:stretch>
            <a:fillRect/>
          </a:stretch>
        </p:blipFill>
        <p:spPr>
          <a:xfrm rot="0">
            <a:off x="8038799" y="190473"/>
            <a:ext cx="10058729" cy="6704073"/>
          </a:xfrm>
          <a:prstGeom prst="rect">
            <a:avLst/>
          </a:prstGeom>
        </p:spPr>
      </p:pic>
      <p:sp>
        <p:nvSpPr>
          <p:cNvPr name="Freeform 9" id="9"/>
          <p:cNvSpPr/>
          <p:nvPr/>
        </p:nvSpPr>
        <p:spPr>
          <a:xfrm flipH="false" flipV="false" rot="0">
            <a:off x="6983731" y="848749"/>
            <a:ext cx="1054486" cy="941952"/>
          </a:xfrm>
          <a:custGeom>
            <a:avLst/>
            <a:gdLst/>
            <a:ahLst/>
            <a:cxnLst/>
            <a:rect r="r" b="b" t="t" l="l"/>
            <a:pathLst>
              <a:path h="941952" w="1054486">
                <a:moveTo>
                  <a:pt x="0" y="0"/>
                </a:moveTo>
                <a:lnTo>
                  <a:pt x="1054486" y="0"/>
                </a:lnTo>
                <a:lnTo>
                  <a:pt x="1054486" y="941952"/>
                </a:lnTo>
                <a:lnTo>
                  <a:pt x="0" y="9419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7658149" y="9623359"/>
            <a:ext cx="1485851" cy="1327282"/>
          </a:xfrm>
          <a:custGeom>
            <a:avLst/>
            <a:gdLst/>
            <a:ahLst/>
            <a:cxnLst/>
            <a:rect r="r" b="b" t="t" l="l"/>
            <a:pathLst>
              <a:path h="1327282" w="1485851">
                <a:moveTo>
                  <a:pt x="0" y="0"/>
                </a:moveTo>
                <a:lnTo>
                  <a:pt x="1485851" y="0"/>
                </a:lnTo>
                <a:lnTo>
                  <a:pt x="1485851" y="1327282"/>
                </a:lnTo>
                <a:lnTo>
                  <a:pt x="0" y="13272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true" rot="0">
            <a:off x="-1651620" y="-1033514"/>
            <a:ext cx="5931028" cy="4124428"/>
          </a:xfrm>
          <a:custGeom>
            <a:avLst/>
            <a:gdLst/>
            <a:ahLst/>
            <a:cxnLst/>
            <a:rect r="r" b="b" t="t" l="l"/>
            <a:pathLst>
              <a:path h="4124428" w="5931028">
                <a:moveTo>
                  <a:pt x="5931028" y="4124428"/>
                </a:moveTo>
                <a:lnTo>
                  <a:pt x="0" y="4124428"/>
                </a:lnTo>
                <a:lnTo>
                  <a:pt x="0" y="0"/>
                </a:lnTo>
                <a:lnTo>
                  <a:pt x="5931028" y="0"/>
                </a:lnTo>
                <a:lnTo>
                  <a:pt x="5931028" y="412442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66628" y="7502538"/>
            <a:ext cx="5966277" cy="4148940"/>
          </a:xfrm>
          <a:custGeom>
            <a:avLst/>
            <a:gdLst/>
            <a:ahLst/>
            <a:cxnLst/>
            <a:rect r="r" b="b" t="t" l="l"/>
            <a:pathLst>
              <a:path h="4148940" w="5966277">
                <a:moveTo>
                  <a:pt x="0" y="0"/>
                </a:moveTo>
                <a:lnTo>
                  <a:pt x="5966277" y="0"/>
                </a:lnTo>
                <a:lnTo>
                  <a:pt x="5966277" y="4148940"/>
                </a:lnTo>
                <a:lnTo>
                  <a:pt x="0" y="41489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465709" y="2637187"/>
            <a:ext cx="7356581" cy="992031"/>
          </a:xfrm>
          <a:prstGeom prst="rect">
            <a:avLst/>
          </a:prstGeom>
        </p:spPr>
        <p:txBody>
          <a:bodyPr anchor="t" rtlCol="false" tIns="0" lIns="0" bIns="0" rIns="0">
            <a:spAutoFit/>
          </a:bodyPr>
          <a:lstStyle/>
          <a:p>
            <a:pPr algn="ctr">
              <a:lnSpc>
                <a:spcPts val="7143"/>
              </a:lnSpc>
            </a:pPr>
            <a:r>
              <a:rPr lang="en-US" sz="8026">
                <a:solidFill>
                  <a:srgbClr val="6F251B"/>
                </a:solidFill>
                <a:latin typeface="More Sugar"/>
                <a:ea typeface="More Sugar"/>
                <a:cs typeface="More Sugar"/>
                <a:sym typeface="More Sugar"/>
              </a:rPr>
              <a:t>Conclusion</a:t>
            </a:r>
          </a:p>
        </p:txBody>
      </p:sp>
      <p:sp>
        <p:nvSpPr>
          <p:cNvPr name="TextBox 5" id="5"/>
          <p:cNvSpPr txBox="true"/>
          <p:nvPr/>
        </p:nvSpPr>
        <p:spPr>
          <a:xfrm rot="0">
            <a:off x="4703658" y="3782475"/>
            <a:ext cx="8880684" cy="4095938"/>
          </a:xfrm>
          <a:prstGeom prst="rect">
            <a:avLst/>
          </a:prstGeom>
        </p:spPr>
        <p:txBody>
          <a:bodyPr anchor="t" rtlCol="false" tIns="0" lIns="0" bIns="0" rIns="0">
            <a:spAutoFit/>
          </a:bodyPr>
          <a:lstStyle/>
          <a:p>
            <a:pPr algn="just">
              <a:lnSpc>
                <a:spcPts val="3640"/>
              </a:lnSpc>
            </a:pPr>
            <a:r>
              <a:rPr lang="en-US" sz="2600">
                <a:solidFill>
                  <a:srgbClr val="6F251B"/>
                </a:solidFill>
                <a:latin typeface="DM Sans"/>
                <a:ea typeface="DM Sans"/>
                <a:cs typeface="DM Sans"/>
                <a:sym typeface="DM Sans"/>
              </a:rPr>
              <a:t>Lorem ipsum dolor sit amet, consectetur adipiscing elit. Nulla faucibus pretium nunc, ut accumsan leo tempus vel. Vivamus ultricies vitae felis eget ultricies. Donec commodo euismod sapien, quis sagittis leo blandit eget. Mauris dictum viverra congue. Vestibulum maximus luctus nunc eget facilisis. Nullam vestibulum pulvinar facilisis. Sed lacinia ipsum quis odio eleifend, eget luctus ligula bibendum. Etiam et elit nulla. Vivamus vehicula arcu quis erat imperdiet, sit amet mollis est efficitur. </a:t>
            </a:r>
          </a:p>
        </p:txBody>
      </p:sp>
      <p:sp>
        <p:nvSpPr>
          <p:cNvPr name="Freeform 6" id="6"/>
          <p:cNvSpPr/>
          <p:nvPr/>
        </p:nvSpPr>
        <p:spPr>
          <a:xfrm flipH="false" flipV="false" rot="-771037">
            <a:off x="14686013" y="2041436"/>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71037">
            <a:off x="11483645" y="-471902"/>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71037">
            <a:off x="6534927" y="9855407"/>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771037">
            <a:off x="785615" y="4221307"/>
            <a:ext cx="1056559" cy="943803"/>
          </a:xfrm>
          <a:custGeom>
            <a:avLst/>
            <a:gdLst/>
            <a:ahLst/>
            <a:cxnLst/>
            <a:rect r="r" b="b" t="t" l="l"/>
            <a:pathLst>
              <a:path h="943803" w="1056559">
                <a:moveTo>
                  <a:pt x="0" y="0"/>
                </a:moveTo>
                <a:lnTo>
                  <a:pt x="1056558" y="0"/>
                </a:lnTo>
                <a:lnTo>
                  <a:pt x="1056558" y="943804"/>
                </a:lnTo>
                <a:lnTo>
                  <a:pt x="0" y="9438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07602" y="6295504"/>
            <a:ext cx="5086214" cy="4609382"/>
          </a:xfrm>
          <a:custGeom>
            <a:avLst/>
            <a:gdLst/>
            <a:ahLst/>
            <a:cxnLst/>
            <a:rect r="r" b="b" t="t" l="l"/>
            <a:pathLst>
              <a:path h="4609382" w="5086214">
                <a:moveTo>
                  <a:pt x="0" y="0"/>
                </a:moveTo>
                <a:lnTo>
                  <a:pt x="5086214" y="0"/>
                </a:lnTo>
                <a:lnTo>
                  <a:pt x="5086214" y="4609381"/>
                </a:lnTo>
                <a:lnTo>
                  <a:pt x="0" y="46093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771037">
            <a:off x="7190274" y="997098"/>
            <a:ext cx="740595" cy="661559"/>
          </a:xfrm>
          <a:custGeom>
            <a:avLst/>
            <a:gdLst/>
            <a:ahLst/>
            <a:cxnLst/>
            <a:rect r="r" b="b" t="t" l="l"/>
            <a:pathLst>
              <a:path h="661559" w="740595">
                <a:moveTo>
                  <a:pt x="0" y="0"/>
                </a:moveTo>
                <a:lnTo>
                  <a:pt x="740595" y="0"/>
                </a:lnTo>
                <a:lnTo>
                  <a:pt x="740595" y="661559"/>
                </a:lnTo>
                <a:lnTo>
                  <a:pt x="0" y="6615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771037">
            <a:off x="16656661" y="3051200"/>
            <a:ext cx="2383197" cy="2128864"/>
          </a:xfrm>
          <a:custGeom>
            <a:avLst/>
            <a:gdLst/>
            <a:ahLst/>
            <a:cxnLst/>
            <a:rect r="r" b="b" t="t" l="l"/>
            <a:pathLst>
              <a:path h="2128864" w="2383197">
                <a:moveTo>
                  <a:pt x="0" y="0"/>
                </a:moveTo>
                <a:lnTo>
                  <a:pt x="2383197" y="0"/>
                </a:lnTo>
                <a:lnTo>
                  <a:pt x="2383197" y="2128864"/>
                </a:lnTo>
                <a:lnTo>
                  <a:pt x="0" y="21288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11391921" y="7049707"/>
            <a:ext cx="7975531" cy="5546173"/>
          </a:xfrm>
          <a:custGeom>
            <a:avLst/>
            <a:gdLst/>
            <a:ahLst/>
            <a:cxnLst/>
            <a:rect r="r" b="b" t="t" l="l"/>
            <a:pathLst>
              <a:path h="5546173" w="7975531">
                <a:moveTo>
                  <a:pt x="0" y="0"/>
                </a:moveTo>
                <a:lnTo>
                  <a:pt x="7975531" y="0"/>
                </a:lnTo>
                <a:lnTo>
                  <a:pt x="7975531" y="5546173"/>
                </a:lnTo>
                <a:lnTo>
                  <a:pt x="0" y="5546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830595" y="-1403379"/>
            <a:ext cx="6994777" cy="4864158"/>
          </a:xfrm>
          <a:custGeom>
            <a:avLst/>
            <a:gdLst/>
            <a:ahLst/>
            <a:cxnLst/>
            <a:rect r="r" b="b" t="t" l="l"/>
            <a:pathLst>
              <a:path h="4864158" w="6994777">
                <a:moveTo>
                  <a:pt x="6994776" y="4864158"/>
                </a:moveTo>
                <a:lnTo>
                  <a:pt x="0" y="4864158"/>
                </a:lnTo>
                <a:lnTo>
                  <a:pt x="0" y="0"/>
                </a:lnTo>
                <a:lnTo>
                  <a:pt x="6994776" y="0"/>
                </a:lnTo>
                <a:lnTo>
                  <a:pt x="6994776" y="486415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65607" y="4118371"/>
            <a:ext cx="6709437" cy="5452943"/>
          </a:xfrm>
          <a:custGeom>
            <a:avLst/>
            <a:gdLst/>
            <a:ahLst/>
            <a:cxnLst/>
            <a:rect r="r" b="b" t="t" l="l"/>
            <a:pathLst>
              <a:path h="5452943" w="6709437">
                <a:moveTo>
                  <a:pt x="0" y="0"/>
                </a:moveTo>
                <a:lnTo>
                  <a:pt x="6709437" y="0"/>
                </a:lnTo>
                <a:lnTo>
                  <a:pt x="6709437" y="5452942"/>
                </a:lnTo>
                <a:lnTo>
                  <a:pt x="0" y="5452942"/>
                </a:lnTo>
                <a:lnTo>
                  <a:pt x="0" y="0"/>
                </a:lnTo>
                <a:close/>
              </a:path>
            </a:pathLst>
          </a:custGeom>
          <a:blipFill>
            <a:blip r:embed="rId4"/>
            <a:stretch>
              <a:fillRect l="0" t="0" r="0" b="0"/>
            </a:stretch>
          </a:blipFill>
        </p:spPr>
      </p:sp>
      <p:sp>
        <p:nvSpPr>
          <p:cNvPr name="Freeform 5" id="5"/>
          <p:cNvSpPr/>
          <p:nvPr/>
        </p:nvSpPr>
        <p:spPr>
          <a:xfrm flipH="false" flipV="false" rot="-771037">
            <a:off x="16202741" y="1028700"/>
            <a:ext cx="1056559" cy="943803"/>
          </a:xfrm>
          <a:custGeom>
            <a:avLst/>
            <a:gdLst/>
            <a:ahLst/>
            <a:cxnLst/>
            <a:rect r="r" b="b" t="t" l="l"/>
            <a:pathLst>
              <a:path h="943803" w="1056559">
                <a:moveTo>
                  <a:pt x="0" y="0"/>
                </a:moveTo>
                <a:lnTo>
                  <a:pt x="1056559" y="0"/>
                </a:lnTo>
                <a:lnTo>
                  <a:pt x="1056559" y="943803"/>
                </a:lnTo>
                <a:lnTo>
                  <a:pt x="0" y="9438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771037">
            <a:off x="718283" y="8521835"/>
            <a:ext cx="1056559" cy="943803"/>
          </a:xfrm>
          <a:custGeom>
            <a:avLst/>
            <a:gdLst/>
            <a:ahLst/>
            <a:cxnLst/>
            <a:rect r="r" b="b" t="t" l="l"/>
            <a:pathLst>
              <a:path h="943803" w="1056559">
                <a:moveTo>
                  <a:pt x="0" y="0"/>
                </a:moveTo>
                <a:lnTo>
                  <a:pt x="1056558" y="0"/>
                </a:lnTo>
                <a:lnTo>
                  <a:pt x="1056558" y="943803"/>
                </a:lnTo>
                <a:lnTo>
                  <a:pt x="0" y="9438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771037">
            <a:off x="11483645" y="-471902"/>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771037">
            <a:off x="7995717" y="9676988"/>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771037">
            <a:off x="-119583" y="5790762"/>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771037">
            <a:off x="17467675" y="-471902"/>
            <a:ext cx="1056559" cy="943803"/>
          </a:xfrm>
          <a:custGeom>
            <a:avLst/>
            <a:gdLst/>
            <a:ahLst/>
            <a:cxnLst/>
            <a:rect r="r" b="b" t="t" l="l"/>
            <a:pathLst>
              <a:path h="943803" w="1056559">
                <a:moveTo>
                  <a:pt x="0" y="0"/>
                </a:moveTo>
                <a:lnTo>
                  <a:pt x="1056559" y="0"/>
                </a:lnTo>
                <a:lnTo>
                  <a:pt x="1056559" y="943804"/>
                </a:lnTo>
                <a:lnTo>
                  <a:pt x="0" y="9438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2636872" y="3073694"/>
            <a:ext cx="13014257" cy="4720637"/>
          </a:xfrm>
          <a:prstGeom prst="rect">
            <a:avLst/>
          </a:prstGeom>
        </p:spPr>
        <p:txBody>
          <a:bodyPr anchor="t" rtlCol="false" tIns="0" lIns="0" bIns="0" rIns="0">
            <a:spAutoFit/>
          </a:bodyPr>
          <a:lstStyle/>
          <a:p>
            <a:pPr algn="ctr">
              <a:lnSpc>
                <a:spcPts val="17784"/>
              </a:lnSpc>
            </a:pPr>
            <a:r>
              <a:rPr lang="en-US" sz="19982">
                <a:solidFill>
                  <a:srgbClr val="6F251B"/>
                </a:solidFill>
                <a:latin typeface="More Sugar"/>
                <a:ea typeface="More Sugar"/>
                <a:cs typeface="More Sugar"/>
                <a:sym typeface="More Sugar"/>
              </a:rPr>
              <a:t>Thank You!</a:t>
            </a:r>
          </a:p>
        </p:txBody>
      </p:sp>
      <p:sp>
        <p:nvSpPr>
          <p:cNvPr name="TextBox 12" id="12"/>
          <p:cNvSpPr txBox="true"/>
          <p:nvPr/>
        </p:nvSpPr>
        <p:spPr>
          <a:xfrm rot="0">
            <a:off x="5771998" y="8413396"/>
            <a:ext cx="6744005" cy="580340"/>
          </a:xfrm>
          <a:prstGeom prst="rect">
            <a:avLst/>
          </a:prstGeom>
        </p:spPr>
        <p:txBody>
          <a:bodyPr anchor="t" rtlCol="false" tIns="0" lIns="0" bIns="0" rIns="0">
            <a:spAutoFit/>
          </a:bodyPr>
          <a:lstStyle/>
          <a:p>
            <a:pPr algn="ctr">
              <a:lnSpc>
                <a:spcPts val="4759"/>
              </a:lnSpc>
            </a:pPr>
            <a:r>
              <a:rPr lang="en-US" sz="3399">
                <a:solidFill>
                  <a:srgbClr val="6F251B"/>
                </a:solidFill>
                <a:latin typeface="DM Sans"/>
                <a:ea typeface="DM Sans"/>
                <a:cs typeface="DM Sans"/>
                <a:sym typeface="DM Sans"/>
              </a:rPr>
              <a:t>Presented by Larana Group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DAHXDxFWDR0</dc:identifier>
  <dcterms:modified xsi:type="dcterms:W3CDTF">2011-08-01T06:04:30Z</dcterms:modified>
  <cp:revision>1</cp:revision>
  <dc:title>Yellow and Brown Illustrated Bee Group Project Presentation</dc:title>
</cp:coreProperties>
</file>
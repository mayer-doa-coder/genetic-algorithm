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y Grotesk V3 Key Bold" charset="1" panose="00000800000000000000"/>
      <p:regular r:id="rId17"/>
    </p:embeddedFont>
    <p:embeddedFont>
      <p:font typeface="Nyutro Sans Bold" charset="1" panose="00000000000000000000"/>
      <p:regular r:id="rId18"/>
    </p:embeddedFont>
    <p:embeddedFont>
      <p:font typeface="Nyutro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1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453" y="-310002"/>
            <a:ext cx="3133285" cy="10907004"/>
          </a:xfrm>
          <a:custGeom>
            <a:avLst/>
            <a:gdLst/>
            <a:ahLst/>
            <a:cxnLst/>
            <a:rect r="r" b="b" t="t" l="l"/>
            <a:pathLst>
              <a:path h="10907004" w="3133285">
                <a:moveTo>
                  <a:pt x="0" y="0"/>
                </a:moveTo>
                <a:lnTo>
                  <a:pt x="3133284" y="0"/>
                </a:lnTo>
                <a:lnTo>
                  <a:pt x="3133284" y="10907004"/>
                </a:lnTo>
                <a:lnTo>
                  <a:pt x="0" y="10907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0382" y="8040649"/>
            <a:ext cx="3126798" cy="2939190"/>
          </a:xfrm>
          <a:custGeom>
            <a:avLst/>
            <a:gdLst/>
            <a:ahLst/>
            <a:cxnLst/>
            <a:rect r="r" b="b" t="t" l="l"/>
            <a:pathLst>
              <a:path h="2939190" w="3126798">
                <a:moveTo>
                  <a:pt x="0" y="0"/>
                </a:moveTo>
                <a:lnTo>
                  <a:pt x="3126798" y="0"/>
                </a:lnTo>
                <a:lnTo>
                  <a:pt x="3126798" y="2939190"/>
                </a:lnTo>
                <a:lnTo>
                  <a:pt x="0" y="2939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10785" y="-1170369"/>
            <a:ext cx="3471361" cy="3218898"/>
          </a:xfrm>
          <a:custGeom>
            <a:avLst/>
            <a:gdLst/>
            <a:ahLst/>
            <a:cxnLst/>
            <a:rect r="r" b="b" t="t" l="l"/>
            <a:pathLst>
              <a:path h="3218898" w="3471361">
                <a:moveTo>
                  <a:pt x="0" y="0"/>
                </a:moveTo>
                <a:lnTo>
                  <a:pt x="3471361" y="0"/>
                </a:lnTo>
                <a:lnTo>
                  <a:pt x="3471361" y="3218899"/>
                </a:lnTo>
                <a:lnTo>
                  <a:pt x="0" y="3218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17478" y="7336300"/>
            <a:ext cx="7236379" cy="919443"/>
            <a:chOff x="0" y="0"/>
            <a:chExt cx="1488967" cy="189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8967" cy="189186"/>
            </a:xfrm>
            <a:custGeom>
              <a:avLst/>
              <a:gdLst/>
              <a:ahLst/>
              <a:cxnLst/>
              <a:rect r="r" b="b" t="t" l="l"/>
              <a:pathLst>
                <a:path h="189186" w="1488967">
                  <a:moveTo>
                    <a:pt x="0" y="0"/>
                  </a:moveTo>
                  <a:lnTo>
                    <a:pt x="1488967" y="0"/>
                  </a:lnTo>
                  <a:lnTo>
                    <a:pt x="1488967" y="189186"/>
                  </a:lnTo>
                  <a:lnTo>
                    <a:pt x="0" y="189186"/>
                  </a:lnTo>
                  <a:close/>
                </a:path>
              </a:pathLst>
            </a:custGeom>
            <a:ln w="28575" cap="sq">
              <a:solidFill>
                <a:srgbClr val="29798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488967" cy="265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909409">
            <a:off x="4112977" y="3739621"/>
            <a:ext cx="2667828" cy="2551691"/>
          </a:xfrm>
          <a:custGeom>
            <a:avLst/>
            <a:gdLst/>
            <a:ahLst/>
            <a:cxnLst/>
            <a:rect r="r" b="b" t="t" l="l"/>
            <a:pathLst>
              <a:path h="2551691" w="2667828">
                <a:moveTo>
                  <a:pt x="0" y="0"/>
                </a:moveTo>
                <a:lnTo>
                  <a:pt x="2667828" y="0"/>
                </a:lnTo>
                <a:lnTo>
                  <a:pt x="2667828" y="2551690"/>
                </a:lnTo>
                <a:lnTo>
                  <a:pt x="0" y="255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909409">
            <a:off x="16008981" y="3678067"/>
            <a:ext cx="3185976" cy="3047283"/>
          </a:xfrm>
          <a:custGeom>
            <a:avLst/>
            <a:gdLst/>
            <a:ahLst/>
            <a:cxnLst/>
            <a:rect r="r" b="b" t="t" l="l"/>
            <a:pathLst>
              <a:path h="3047283" w="3185976">
                <a:moveTo>
                  <a:pt x="0" y="0"/>
                </a:moveTo>
                <a:lnTo>
                  <a:pt x="3185977" y="0"/>
                </a:lnTo>
                <a:lnTo>
                  <a:pt x="3185977" y="3047283"/>
                </a:lnTo>
                <a:lnTo>
                  <a:pt x="0" y="3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61858" y="2194243"/>
            <a:ext cx="1191999" cy="1033788"/>
          </a:xfrm>
          <a:custGeom>
            <a:avLst/>
            <a:gdLst/>
            <a:ahLst/>
            <a:cxnLst/>
            <a:rect r="r" b="b" t="t" l="l"/>
            <a:pathLst>
              <a:path h="1033788" w="1191999">
                <a:moveTo>
                  <a:pt x="0" y="0"/>
                </a:moveTo>
                <a:lnTo>
                  <a:pt x="1191999" y="0"/>
                </a:lnTo>
                <a:lnTo>
                  <a:pt x="1191999" y="1033789"/>
                </a:lnTo>
                <a:lnTo>
                  <a:pt x="0" y="10337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44391" y="8787762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03447" y="-822861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48951" y="2497447"/>
            <a:ext cx="11373434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21"/>
              </a:lnSpc>
            </a:pPr>
            <a:r>
              <a:rPr lang="en-US" b="true" sz="9267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GROUP 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4018" y="7427569"/>
            <a:ext cx="6403300" cy="6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3"/>
              </a:lnSpc>
            </a:pPr>
            <a:r>
              <a:rPr lang="en-US" b="true" sz="3237">
                <a:solidFill>
                  <a:srgbClr val="29798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Presented By : Larana Group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48897">
            <a:off x="15408559" y="4984075"/>
            <a:ext cx="2223049" cy="7787752"/>
          </a:xfrm>
          <a:custGeom>
            <a:avLst/>
            <a:gdLst/>
            <a:ahLst/>
            <a:cxnLst/>
            <a:rect r="r" b="b" t="t" l="l"/>
            <a:pathLst>
              <a:path h="7787752" w="2223049">
                <a:moveTo>
                  <a:pt x="0" y="0"/>
                </a:moveTo>
                <a:lnTo>
                  <a:pt x="2223049" y="0"/>
                </a:lnTo>
                <a:lnTo>
                  <a:pt x="2223049" y="7787752"/>
                </a:lnTo>
                <a:lnTo>
                  <a:pt x="0" y="7787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09409">
            <a:off x="7798448" y="1052807"/>
            <a:ext cx="2138664" cy="2045563"/>
          </a:xfrm>
          <a:custGeom>
            <a:avLst/>
            <a:gdLst/>
            <a:ahLst/>
            <a:cxnLst/>
            <a:rect r="r" b="b" t="t" l="l"/>
            <a:pathLst>
              <a:path h="2045563" w="2138664">
                <a:moveTo>
                  <a:pt x="0" y="0"/>
                </a:moveTo>
                <a:lnTo>
                  <a:pt x="2138664" y="0"/>
                </a:lnTo>
                <a:lnTo>
                  <a:pt x="2138664" y="2045563"/>
                </a:lnTo>
                <a:lnTo>
                  <a:pt x="0" y="20455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5683" y="-1665883"/>
            <a:ext cx="10085313" cy="10348736"/>
          </a:xfrm>
          <a:custGeom>
            <a:avLst/>
            <a:gdLst/>
            <a:ahLst/>
            <a:cxnLst/>
            <a:rect r="r" b="b" t="t" l="l"/>
            <a:pathLst>
              <a:path h="10348736" w="10085313">
                <a:moveTo>
                  <a:pt x="0" y="0"/>
                </a:moveTo>
                <a:lnTo>
                  <a:pt x="10085314" y="0"/>
                </a:lnTo>
                <a:lnTo>
                  <a:pt x="10085314" y="10348736"/>
                </a:lnTo>
                <a:lnTo>
                  <a:pt x="0" y="10348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372" y="8682853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4"/>
                </a:lnTo>
                <a:lnTo>
                  <a:pt x="0" y="2033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7937" y="-286824"/>
            <a:ext cx="1692216" cy="1467612"/>
          </a:xfrm>
          <a:custGeom>
            <a:avLst/>
            <a:gdLst/>
            <a:ahLst/>
            <a:cxnLst/>
            <a:rect r="r" b="b" t="t" l="l"/>
            <a:pathLst>
              <a:path h="1467612" w="1692216">
                <a:moveTo>
                  <a:pt x="0" y="0"/>
                </a:moveTo>
                <a:lnTo>
                  <a:pt x="1692216" y="0"/>
                </a:lnTo>
                <a:lnTo>
                  <a:pt x="1692216" y="1467612"/>
                </a:lnTo>
                <a:lnTo>
                  <a:pt x="0" y="1467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409">
            <a:off x="7830836" y="9001069"/>
            <a:ext cx="2321633" cy="2220567"/>
          </a:xfrm>
          <a:custGeom>
            <a:avLst/>
            <a:gdLst/>
            <a:ahLst/>
            <a:cxnLst/>
            <a:rect r="r" b="b" t="t" l="l"/>
            <a:pathLst>
              <a:path h="2220567" w="2321633">
                <a:moveTo>
                  <a:pt x="0" y="0"/>
                </a:moveTo>
                <a:lnTo>
                  <a:pt x="2321633" y="0"/>
                </a:lnTo>
                <a:lnTo>
                  <a:pt x="2321633" y="2220567"/>
                </a:lnTo>
                <a:lnTo>
                  <a:pt x="0" y="2220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8515" y="5841243"/>
            <a:ext cx="8727168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8515" y="3555243"/>
            <a:ext cx="8727168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588515" y="3055179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88515" y="1721607"/>
            <a:ext cx="930915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9409">
            <a:off x="11607144" y="1373664"/>
            <a:ext cx="1962165" cy="1876747"/>
          </a:xfrm>
          <a:custGeom>
            <a:avLst/>
            <a:gdLst/>
            <a:ahLst/>
            <a:cxnLst/>
            <a:rect r="r" b="b" t="t" l="l"/>
            <a:pathLst>
              <a:path h="1876747" w="1962165">
                <a:moveTo>
                  <a:pt x="0" y="0"/>
                </a:moveTo>
                <a:lnTo>
                  <a:pt x="1962165" y="0"/>
                </a:lnTo>
                <a:lnTo>
                  <a:pt x="1962165" y="1876747"/>
                </a:lnTo>
                <a:lnTo>
                  <a:pt x="0" y="1876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-531383"/>
            <a:ext cx="4312911" cy="11349765"/>
          </a:xfrm>
          <a:custGeom>
            <a:avLst/>
            <a:gdLst/>
            <a:ahLst/>
            <a:cxnLst/>
            <a:rect r="r" b="b" t="t" l="l"/>
            <a:pathLst>
              <a:path h="11349765" w="4312911">
                <a:moveTo>
                  <a:pt x="0" y="0"/>
                </a:moveTo>
                <a:lnTo>
                  <a:pt x="4312911" y="0"/>
                </a:lnTo>
                <a:lnTo>
                  <a:pt x="4312911" y="11349766"/>
                </a:lnTo>
                <a:lnTo>
                  <a:pt x="0" y="11349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23145" y="-692910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9483" y="8641989"/>
            <a:ext cx="2315313" cy="2176394"/>
          </a:xfrm>
          <a:custGeom>
            <a:avLst/>
            <a:gdLst/>
            <a:ahLst/>
            <a:cxnLst/>
            <a:rect r="r" b="b" t="t" l="l"/>
            <a:pathLst>
              <a:path h="2176394" w="2315313">
                <a:moveTo>
                  <a:pt x="0" y="0"/>
                </a:moveTo>
                <a:lnTo>
                  <a:pt x="2315313" y="0"/>
                </a:lnTo>
                <a:lnTo>
                  <a:pt x="2315313" y="2176394"/>
                </a:lnTo>
                <a:lnTo>
                  <a:pt x="0" y="21763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08063" y="5360230"/>
            <a:ext cx="10051237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 Donec sed dignissim augue.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08063" y="3502855"/>
            <a:ext cx="10051237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7208063" y="3002792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208063" y="1669220"/>
            <a:ext cx="71547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9409">
            <a:off x="11414886" y="1186951"/>
            <a:ext cx="1962165" cy="1876747"/>
          </a:xfrm>
          <a:custGeom>
            <a:avLst/>
            <a:gdLst/>
            <a:ahLst/>
            <a:cxnLst/>
            <a:rect r="r" b="b" t="t" l="l"/>
            <a:pathLst>
              <a:path h="1876747" w="1962165">
                <a:moveTo>
                  <a:pt x="0" y="0"/>
                </a:moveTo>
                <a:lnTo>
                  <a:pt x="1962165" y="0"/>
                </a:lnTo>
                <a:lnTo>
                  <a:pt x="1962165" y="1876747"/>
                </a:lnTo>
                <a:lnTo>
                  <a:pt x="0" y="1876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99072" y="-284054"/>
            <a:ext cx="9374867" cy="10855109"/>
          </a:xfrm>
          <a:custGeom>
            <a:avLst/>
            <a:gdLst/>
            <a:ahLst/>
            <a:cxnLst/>
            <a:rect r="r" b="b" t="t" l="l"/>
            <a:pathLst>
              <a:path h="10855109" w="9374867">
                <a:moveTo>
                  <a:pt x="0" y="0"/>
                </a:moveTo>
                <a:lnTo>
                  <a:pt x="9374866" y="0"/>
                </a:lnTo>
                <a:lnTo>
                  <a:pt x="9374866" y="10855108"/>
                </a:lnTo>
                <a:lnTo>
                  <a:pt x="0" y="10855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55738" y="-484639"/>
            <a:ext cx="2593734" cy="2405099"/>
          </a:xfrm>
          <a:custGeom>
            <a:avLst/>
            <a:gdLst/>
            <a:ahLst/>
            <a:cxnLst/>
            <a:rect r="r" b="b" t="t" l="l"/>
            <a:pathLst>
              <a:path h="2405099" w="2593734">
                <a:moveTo>
                  <a:pt x="0" y="0"/>
                </a:moveTo>
                <a:lnTo>
                  <a:pt x="2593733" y="0"/>
                </a:lnTo>
                <a:lnTo>
                  <a:pt x="2593733" y="2405099"/>
                </a:lnTo>
                <a:lnTo>
                  <a:pt x="0" y="24050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482933">
            <a:off x="16800149" y="3805786"/>
            <a:ext cx="2223049" cy="7787752"/>
          </a:xfrm>
          <a:custGeom>
            <a:avLst/>
            <a:gdLst/>
            <a:ahLst/>
            <a:cxnLst/>
            <a:rect r="r" b="b" t="t" l="l"/>
            <a:pathLst>
              <a:path h="7787752" w="2223049">
                <a:moveTo>
                  <a:pt x="0" y="0"/>
                </a:moveTo>
                <a:lnTo>
                  <a:pt x="2223050" y="0"/>
                </a:lnTo>
                <a:lnTo>
                  <a:pt x="2223050" y="7787752"/>
                </a:lnTo>
                <a:lnTo>
                  <a:pt x="0" y="7787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4951" y="7247353"/>
            <a:ext cx="10298097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3030" y="6205952"/>
            <a:ext cx="2061940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Goal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94951" y="4319443"/>
            <a:ext cx="10298097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3030" y="3278043"/>
            <a:ext cx="2061940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Goal 1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4780416" y="2715869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162679" y="1382297"/>
            <a:ext cx="796264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Project Goals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48897">
            <a:off x="15408559" y="4984075"/>
            <a:ext cx="2223049" cy="7787752"/>
          </a:xfrm>
          <a:custGeom>
            <a:avLst/>
            <a:gdLst/>
            <a:ahLst/>
            <a:cxnLst/>
            <a:rect r="r" b="b" t="t" l="l"/>
            <a:pathLst>
              <a:path h="7787752" w="2223049">
                <a:moveTo>
                  <a:pt x="0" y="0"/>
                </a:moveTo>
                <a:lnTo>
                  <a:pt x="2223049" y="0"/>
                </a:lnTo>
                <a:lnTo>
                  <a:pt x="2223049" y="7787752"/>
                </a:lnTo>
                <a:lnTo>
                  <a:pt x="0" y="7787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09409">
            <a:off x="8162918" y="1321396"/>
            <a:ext cx="1962165" cy="1876747"/>
          </a:xfrm>
          <a:custGeom>
            <a:avLst/>
            <a:gdLst/>
            <a:ahLst/>
            <a:cxnLst/>
            <a:rect r="r" b="b" t="t" l="l"/>
            <a:pathLst>
              <a:path h="1876747" w="1962165">
                <a:moveTo>
                  <a:pt x="0" y="0"/>
                </a:moveTo>
                <a:lnTo>
                  <a:pt x="1962164" y="0"/>
                </a:lnTo>
                <a:lnTo>
                  <a:pt x="1962164" y="1876748"/>
                </a:lnTo>
                <a:lnTo>
                  <a:pt x="0" y="1876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5683" y="-1665883"/>
            <a:ext cx="10085313" cy="10348736"/>
          </a:xfrm>
          <a:custGeom>
            <a:avLst/>
            <a:gdLst/>
            <a:ahLst/>
            <a:cxnLst/>
            <a:rect r="r" b="b" t="t" l="l"/>
            <a:pathLst>
              <a:path h="10348736" w="10085313">
                <a:moveTo>
                  <a:pt x="0" y="0"/>
                </a:moveTo>
                <a:lnTo>
                  <a:pt x="10085314" y="0"/>
                </a:lnTo>
                <a:lnTo>
                  <a:pt x="10085314" y="10348736"/>
                </a:lnTo>
                <a:lnTo>
                  <a:pt x="0" y="10348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372" y="8682853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4"/>
                </a:lnTo>
                <a:lnTo>
                  <a:pt x="0" y="2033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7937" y="-286824"/>
            <a:ext cx="1692216" cy="1467612"/>
          </a:xfrm>
          <a:custGeom>
            <a:avLst/>
            <a:gdLst/>
            <a:ahLst/>
            <a:cxnLst/>
            <a:rect r="r" b="b" t="t" l="l"/>
            <a:pathLst>
              <a:path h="1467612" w="1692216">
                <a:moveTo>
                  <a:pt x="0" y="0"/>
                </a:moveTo>
                <a:lnTo>
                  <a:pt x="1692216" y="0"/>
                </a:lnTo>
                <a:lnTo>
                  <a:pt x="1692216" y="1467612"/>
                </a:lnTo>
                <a:lnTo>
                  <a:pt x="0" y="1467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409">
            <a:off x="7974549" y="9080581"/>
            <a:ext cx="2338902" cy="2237084"/>
          </a:xfrm>
          <a:custGeom>
            <a:avLst/>
            <a:gdLst/>
            <a:ahLst/>
            <a:cxnLst/>
            <a:rect r="r" b="b" t="t" l="l"/>
            <a:pathLst>
              <a:path h="2237084" w="2338902">
                <a:moveTo>
                  <a:pt x="0" y="0"/>
                </a:moveTo>
                <a:lnTo>
                  <a:pt x="2338902" y="0"/>
                </a:lnTo>
                <a:lnTo>
                  <a:pt x="2338902" y="2237084"/>
                </a:lnTo>
                <a:lnTo>
                  <a:pt x="0" y="223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8515" y="5841243"/>
            <a:ext cx="8727168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8515" y="3555243"/>
            <a:ext cx="8727168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588515" y="3055179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88515" y="1721607"/>
            <a:ext cx="930915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Ta</a:t>
            </a: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rget Audience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9409">
            <a:off x="12632517" y="1130974"/>
            <a:ext cx="1962165" cy="1876747"/>
          </a:xfrm>
          <a:custGeom>
            <a:avLst/>
            <a:gdLst/>
            <a:ahLst/>
            <a:cxnLst/>
            <a:rect r="r" b="b" t="t" l="l"/>
            <a:pathLst>
              <a:path h="1876747" w="1962165">
                <a:moveTo>
                  <a:pt x="0" y="0"/>
                </a:moveTo>
                <a:lnTo>
                  <a:pt x="1962165" y="0"/>
                </a:lnTo>
                <a:lnTo>
                  <a:pt x="1962165" y="1876747"/>
                </a:lnTo>
                <a:lnTo>
                  <a:pt x="0" y="1876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-531383"/>
            <a:ext cx="4312911" cy="11349765"/>
          </a:xfrm>
          <a:custGeom>
            <a:avLst/>
            <a:gdLst/>
            <a:ahLst/>
            <a:cxnLst/>
            <a:rect r="r" b="b" t="t" l="l"/>
            <a:pathLst>
              <a:path h="11349765" w="4312911">
                <a:moveTo>
                  <a:pt x="0" y="0"/>
                </a:moveTo>
                <a:lnTo>
                  <a:pt x="4312911" y="0"/>
                </a:lnTo>
                <a:lnTo>
                  <a:pt x="4312911" y="11349766"/>
                </a:lnTo>
                <a:lnTo>
                  <a:pt x="0" y="11349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23145" y="-692910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9483" y="8641989"/>
            <a:ext cx="2315313" cy="2176394"/>
          </a:xfrm>
          <a:custGeom>
            <a:avLst/>
            <a:gdLst/>
            <a:ahLst/>
            <a:cxnLst/>
            <a:rect r="r" b="b" t="t" l="l"/>
            <a:pathLst>
              <a:path h="2176394" w="2315313">
                <a:moveTo>
                  <a:pt x="0" y="0"/>
                </a:moveTo>
                <a:lnTo>
                  <a:pt x="2315313" y="0"/>
                </a:lnTo>
                <a:lnTo>
                  <a:pt x="2315313" y="2176394"/>
                </a:lnTo>
                <a:lnTo>
                  <a:pt x="0" y="21763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80585" y="5812865"/>
            <a:ext cx="8727168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08063" y="5774765"/>
            <a:ext cx="872522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0585" y="3507815"/>
            <a:ext cx="8727168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08063" y="3469715"/>
            <a:ext cx="872522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1.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7208063" y="2850392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208063" y="1516820"/>
            <a:ext cx="71547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Main Concept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55738" y="-484639"/>
            <a:ext cx="2593734" cy="2405099"/>
          </a:xfrm>
          <a:custGeom>
            <a:avLst/>
            <a:gdLst/>
            <a:ahLst/>
            <a:cxnLst/>
            <a:rect r="r" b="b" t="t" l="l"/>
            <a:pathLst>
              <a:path h="2405099" w="2593734">
                <a:moveTo>
                  <a:pt x="0" y="0"/>
                </a:moveTo>
                <a:lnTo>
                  <a:pt x="2593733" y="0"/>
                </a:lnTo>
                <a:lnTo>
                  <a:pt x="2593733" y="2405099"/>
                </a:lnTo>
                <a:lnTo>
                  <a:pt x="0" y="2405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96671" y="4109625"/>
            <a:ext cx="7236379" cy="1922000"/>
            <a:chOff x="0" y="0"/>
            <a:chExt cx="1488967" cy="3954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967" cy="395473"/>
            </a:xfrm>
            <a:custGeom>
              <a:avLst/>
              <a:gdLst/>
              <a:ahLst/>
              <a:cxnLst/>
              <a:rect r="r" b="b" t="t" l="l"/>
              <a:pathLst>
                <a:path h="395473" w="1488967">
                  <a:moveTo>
                    <a:pt x="0" y="0"/>
                  </a:moveTo>
                  <a:lnTo>
                    <a:pt x="1488967" y="0"/>
                  </a:lnTo>
                  <a:lnTo>
                    <a:pt x="1488967" y="395473"/>
                  </a:lnTo>
                  <a:lnTo>
                    <a:pt x="0" y="395473"/>
                  </a:lnTo>
                  <a:close/>
                </a:path>
              </a:pathLst>
            </a:custGeom>
            <a:ln w="28575" cap="sq">
              <a:solidFill>
                <a:srgbClr val="29798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488967" cy="471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25810" y="7164113"/>
            <a:ext cx="7236379" cy="1922000"/>
            <a:chOff x="0" y="0"/>
            <a:chExt cx="1488967" cy="3954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8967" cy="395473"/>
            </a:xfrm>
            <a:custGeom>
              <a:avLst/>
              <a:gdLst/>
              <a:ahLst/>
              <a:cxnLst/>
              <a:rect r="r" b="b" t="t" l="l"/>
              <a:pathLst>
                <a:path h="395473" w="1488967">
                  <a:moveTo>
                    <a:pt x="0" y="0"/>
                  </a:moveTo>
                  <a:lnTo>
                    <a:pt x="1488967" y="0"/>
                  </a:lnTo>
                  <a:lnTo>
                    <a:pt x="1488967" y="395473"/>
                  </a:lnTo>
                  <a:lnTo>
                    <a:pt x="0" y="395473"/>
                  </a:lnTo>
                  <a:close/>
                </a:path>
              </a:pathLst>
            </a:custGeom>
            <a:ln w="28575" cap="sq">
              <a:solidFill>
                <a:srgbClr val="29798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488967" cy="471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4950" y="4109625"/>
            <a:ext cx="7236379" cy="1922000"/>
            <a:chOff x="0" y="0"/>
            <a:chExt cx="1488967" cy="3954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8967" cy="395473"/>
            </a:xfrm>
            <a:custGeom>
              <a:avLst/>
              <a:gdLst/>
              <a:ahLst/>
              <a:cxnLst/>
              <a:rect r="r" b="b" t="t" l="l"/>
              <a:pathLst>
                <a:path h="395473" w="1488967">
                  <a:moveTo>
                    <a:pt x="0" y="0"/>
                  </a:moveTo>
                  <a:lnTo>
                    <a:pt x="1488967" y="0"/>
                  </a:lnTo>
                  <a:lnTo>
                    <a:pt x="1488967" y="395473"/>
                  </a:lnTo>
                  <a:lnTo>
                    <a:pt x="0" y="395473"/>
                  </a:lnTo>
                  <a:close/>
                </a:path>
              </a:pathLst>
            </a:custGeom>
            <a:ln w="28575" cap="sq">
              <a:solidFill>
                <a:srgbClr val="29798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88967" cy="471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2482933">
            <a:off x="16800149" y="3805786"/>
            <a:ext cx="2223049" cy="7787752"/>
          </a:xfrm>
          <a:custGeom>
            <a:avLst/>
            <a:gdLst/>
            <a:ahLst/>
            <a:cxnLst/>
            <a:rect r="r" b="b" t="t" l="l"/>
            <a:pathLst>
              <a:path h="7787752" w="2223049">
                <a:moveTo>
                  <a:pt x="0" y="0"/>
                </a:moveTo>
                <a:lnTo>
                  <a:pt x="2223050" y="0"/>
                </a:lnTo>
                <a:lnTo>
                  <a:pt x="2223050" y="7787752"/>
                </a:lnTo>
                <a:lnTo>
                  <a:pt x="0" y="7787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482933">
            <a:off x="547560" y="-2406820"/>
            <a:ext cx="2223049" cy="7787752"/>
          </a:xfrm>
          <a:custGeom>
            <a:avLst/>
            <a:gdLst/>
            <a:ahLst/>
            <a:cxnLst/>
            <a:rect r="r" b="b" t="t" l="l"/>
            <a:pathLst>
              <a:path h="7787752" w="2223049">
                <a:moveTo>
                  <a:pt x="0" y="0"/>
                </a:moveTo>
                <a:lnTo>
                  <a:pt x="2223050" y="0"/>
                </a:lnTo>
                <a:lnTo>
                  <a:pt x="2223050" y="7787752"/>
                </a:lnTo>
                <a:lnTo>
                  <a:pt x="0" y="7787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647665" y="8420081"/>
            <a:ext cx="2593734" cy="2405099"/>
          </a:xfrm>
          <a:custGeom>
            <a:avLst/>
            <a:gdLst/>
            <a:ahLst/>
            <a:cxnLst/>
            <a:rect r="r" b="b" t="t" l="l"/>
            <a:pathLst>
              <a:path h="2405099" w="2593734">
                <a:moveTo>
                  <a:pt x="0" y="0"/>
                </a:moveTo>
                <a:lnTo>
                  <a:pt x="2593734" y="0"/>
                </a:lnTo>
                <a:lnTo>
                  <a:pt x="2593734" y="2405099"/>
                </a:lnTo>
                <a:lnTo>
                  <a:pt x="0" y="2405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18252" y="4184800"/>
            <a:ext cx="639321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83890" y="3143399"/>
            <a:ext cx="2061940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Step 3</a:t>
            </a:r>
          </a:p>
        </p:txBody>
      </p:sp>
      <p:sp>
        <p:nvSpPr>
          <p:cNvPr name="Freeform 17" id="17"/>
          <p:cNvSpPr/>
          <p:nvPr/>
        </p:nvSpPr>
        <p:spPr>
          <a:xfrm>
            <a:off x="13073255" y="6359812"/>
            <a:ext cx="1944559" cy="1931777"/>
          </a:xfrm>
          <a:custGeom>
            <a:avLst/>
            <a:gdLst/>
            <a:ahLst/>
            <a:cxnLst/>
            <a:rect r="r" b="b" t="t" l="l"/>
            <a:pathLst>
              <a:path h="1931777" w="1944559">
                <a:moveTo>
                  <a:pt x="1944559" y="0"/>
                </a:moveTo>
                <a:lnTo>
                  <a:pt x="1944559" y="1703176"/>
                </a:lnTo>
                <a:cubicBezTo>
                  <a:pt x="1944559" y="1763805"/>
                  <a:pt x="1920475" y="1821951"/>
                  <a:pt x="1877603" y="1864821"/>
                </a:cubicBezTo>
                <a:cubicBezTo>
                  <a:pt x="1834733" y="1907692"/>
                  <a:pt x="1776587" y="1931776"/>
                  <a:pt x="1715959" y="1931776"/>
                </a:cubicBezTo>
                <a:lnTo>
                  <a:pt x="1527" y="1931776"/>
                </a:lnTo>
                <a:cubicBezTo>
                  <a:pt x="683" y="1931776"/>
                  <a:pt x="0" y="1931093"/>
                  <a:pt x="0" y="1930250"/>
                </a:cubicBezTo>
                <a:lnTo>
                  <a:pt x="0" y="1928723"/>
                </a:lnTo>
              </a:path>
            </a:pathLst>
          </a:custGeom>
          <a:ln cap="flat" w="38100">
            <a:solidFill>
              <a:srgbClr val="29798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5947392" y="7239288"/>
            <a:ext cx="639321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13030" y="6197887"/>
            <a:ext cx="2061940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Step 2</a:t>
            </a:r>
          </a:p>
        </p:txBody>
      </p:sp>
      <p:sp>
        <p:nvSpPr>
          <p:cNvPr name="Freeform 20" id="20"/>
          <p:cNvSpPr/>
          <p:nvPr/>
        </p:nvSpPr>
        <p:spPr>
          <a:xfrm>
            <a:off x="3270187" y="6359812"/>
            <a:ext cx="1922576" cy="1950827"/>
          </a:xfrm>
          <a:custGeom>
            <a:avLst/>
            <a:gdLst/>
            <a:ahLst/>
            <a:cxnLst/>
            <a:rect r="r" b="b" t="t" l="l"/>
            <a:pathLst>
              <a:path h="1950827" w="1922576">
                <a:moveTo>
                  <a:pt x="0" y="0"/>
                </a:moveTo>
                <a:lnTo>
                  <a:pt x="0" y="1722226"/>
                </a:lnTo>
                <a:cubicBezTo>
                  <a:pt x="0" y="1782855"/>
                  <a:pt x="24085" y="1841001"/>
                  <a:pt x="66955" y="1883871"/>
                </a:cubicBezTo>
                <a:cubicBezTo>
                  <a:pt x="109826" y="1926742"/>
                  <a:pt x="167972" y="1950826"/>
                  <a:pt x="228600" y="1950826"/>
                </a:cubicBezTo>
                <a:lnTo>
                  <a:pt x="1922576" y="1950826"/>
                </a:lnTo>
              </a:path>
            </a:pathLst>
          </a:custGeom>
          <a:ln cap="flat" w="38100">
            <a:solidFill>
              <a:srgbClr val="29798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476532" y="4184800"/>
            <a:ext cx="639321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42170" y="3143399"/>
            <a:ext cx="2061940" cy="7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5FDFD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Step 1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4780416" y="2572958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4253785" y="1239387"/>
            <a:ext cx="978043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Process Summary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48897">
            <a:off x="15408559" y="4984075"/>
            <a:ext cx="2223049" cy="7787752"/>
          </a:xfrm>
          <a:custGeom>
            <a:avLst/>
            <a:gdLst/>
            <a:ahLst/>
            <a:cxnLst/>
            <a:rect r="r" b="b" t="t" l="l"/>
            <a:pathLst>
              <a:path h="7787752" w="2223049">
                <a:moveTo>
                  <a:pt x="0" y="0"/>
                </a:moveTo>
                <a:lnTo>
                  <a:pt x="2223049" y="0"/>
                </a:lnTo>
                <a:lnTo>
                  <a:pt x="2223049" y="7787752"/>
                </a:lnTo>
                <a:lnTo>
                  <a:pt x="0" y="7787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09409">
            <a:off x="8588174" y="1059623"/>
            <a:ext cx="1962165" cy="1876747"/>
          </a:xfrm>
          <a:custGeom>
            <a:avLst/>
            <a:gdLst/>
            <a:ahLst/>
            <a:cxnLst/>
            <a:rect r="r" b="b" t="t" l="l"/>
            <a:pathLst>
              <a:path h="1876747" w="1962165">
                <a:moveTo>
                  <a:pt x="0" y="0"/>
                </a:moveTo>
                <a:lnTo>
                  <a:pt x="1962165" y="0"/>
                </a:lnTo>
                <a:lnTo>
                  <a:pt x="1962165" y="1876747"/>
                </a:lnTo>
                <a:lnTo>
                  <a:pt x="0" y="18767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5683" y="-1665883"/>
            <a:ext cx="10085313" cy="10348736"/>
          </a:xfrm>
          <a:custGeom>
            <a:avLst/>
            <a:gdLst/>
            <a:ahLst/>
            <a:cxnLst/>
            <a:rect r="r" b="b" t="t" l="l"/>
            <a:pathLst>
              <a:path h="10348736" w="10085313">
                <a:moveTo>
                  <a:pt x="0" y="0"/>
                </a:moveTo>
                <a:lnTo>
                  <a:pt x="10085314" y="0"/>
                </a:lnTo>
                <a:lnTo>
                  <a:pt x="10085314" y="10348736"/>
                </a:lnTo>
                <a:lnTo>
                  <a:pt x="0" y="10348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372" y="8682853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4"/>
                </a:lnTo>
                <a:lnTo>
                  <a:pt x="0" y="2033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7937" y="-286824"/>
            <a:ext cx="1692216" cy="1467612"/>
          </a:xfrm>
          <a:custGeom>
            <a:avLst/>
            <a:gdLst/>
            <a:ahLst/>
            <a:cxnLst/>
            <a:rect r="r" b="b" t="t" l="l"/>
            <a:pathLst>
              <a:path h="1467612" w="1692216">
                <a:moveTo>
                  <a:pt x="0" y="0"/>
                </a:moveTo>
                <a:lnTo>
                  <a:pt x="1692216" y="0"/>
                </a:lnTo>
                <a:lnTo>
                  <a:pt x="1692216" y="1467612"/>
                </a:lnTo>
                <a:lnTo>
                  <a:pt x="0" y="1467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832785" y="3098292"/>
            <a:ext cx="5268384" cy="5543969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88515" y="4205451"/>
            <a:ext cx="6238677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588515" y="2793406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88515" y="1459834"/>
            <a:ext cx="930915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K</a:t>
            </a: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ey Components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9409">
            <a:off x="12053305" y="1224074"/>
            <a:ext cx="1962165" cy="1876747"/>
          </a:xfrm>
          <a:custGeom>
            <a:avLst/>
            <a:gdLst/>
            <a:ahLst/>
            <a:cxnLst/>
            <a:rect r="r" b="b" t="t" l="l"/>
            <a:pathLst>
              <a:path h="1876747" w="1962165">
                <a:moveTo>
                  <a:pt x="0" y="0"/>
                </a:moveTo>
                <a:lnTo>
                  <a:pt x="1962164" y="0"/>
                </a:lnTo>
                <a:lnTo>
                  <a:pt x="1962164" y="1876748"/>
                </a:lnTo>
                <a:lnTo>
                  <a:pt x="0" y="1876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23145" y="-692910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9483" y="8641989"/>
            <a:ext cx="2315313" cy="2176394"/>
          </a:xfrm>
          <a:custGeom>
            <a:avLst/>
            <a:gdLst/>
            <a:ahLst/>
            <a:cxnLst/>
            <a:rect r="r" b="b" t="t" l="l"/>
            <a:pathLst>
              <a:path h="2176394" w="2315313">
                <a:moveTo>
                  <a:pt x="0" y="0"/>
                </a:moveTo>
                <a:lnTo>
                  <a:pt x="2315313" y="0"/>
                </a:lnTo>
                <a:lnTo>
                  <a:pt x="2315313" y="2176394"/>
                </a:lnTo>
                <a:lnTo>
                  <a:pt x="0" y="21763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09409">
            <a:off x="-880003" y="7215394"/>
            <a:ext cx="3499091" cy="3346767"/>
          </a:xfrm>
          <a:custGeom>
            <a:avLst/>
            <a:gdLst/>
            <a:ahLst/>
            <a:cxnLst/>
            <a:rect r="r" b="b" t="t" l="l"/>
            <a:pathLst>
              <a:path h="3346767" w="3499091">
                <a:moveTo>
                  <a:pt x="0" y="0"/>
                </a:moveTo>
                <a:lnTo>
                  <a:pt x="3499091" y="0"/>
                </a:lnTo>
                <a:lnTo>
                  <a:pt x="3499091" y="3346767"/>
                </a:lnTo>
                <a:lnTo>
                  <a:pt x="0" y="3346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398223"/>
            <a:ext cx="5246370" cy="7490555"/>
            <a:chOff x="0" y="0"/>
            <a:chExt cx="812800" cy="11604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160483"/>
            </a:xfrm>
            <a:custGeom>
              <a:avLst/>
              <a:gdLst/>
              <a:ahLst/>
              <a:cxnLst/>
              <a:rect r="r" b="b" t="t" l="l"/>
              <a:pathLst>
                <a:path h="116048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60483"/>
                  </a:lnTo>
                  <a:lnTo>
                    <a:pt x="0" y="1160483"/>
                  </a:lnTo>
                  <a:close/>
                </a:path>
              </a:pathLst>
            </a:custGeom>
            <a:blipFill>
              <a:blip r:embed="rId8"/>
              <a:stretch>
                <a:fillRect l="0" t="-8366" r="0" b="-836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08063" y="5639266"/>
            <a:ext cx="8727168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08063" y="3353266"/>
            <a:ext cx="8727168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7208063" y="2850392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208063" y="1516820"/>
            <a:ext cx="71547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Final 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0302" y="-851597"/>
            <a:ext cx="5980493" cy="6136700"/>
          </a:xfrm>
          <a:custGeom>
            <a:avLst/>
            <a:gdLst/>
            <a:ahLst/>
            <a:cxnLst/>
            <a:rect r="r" b="b" t="t" l="l"/>
            <a:pathLst>
              <a:path h="6136700" w="5980493">
                <a:moveTo>
                  <a:pt x="0" y="0"/>
                </a:moveTo>
                <a:lnTo>
                  <a:pt x="5980493" y="0"/>
                </a:lnTo>
                <a:lnTo>
                  <a:pt x="5980493" y="6136700"/>
                </a:lnTo>
                <a:lnTo>
                  <a:pt x="0" y="613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2795" y="5106235"/>
            <a:ext cx="5980493" cy="6136700"/>
          </a:xfrm>
          <a:custGeom>
            <a:avLst/>
            <a:gdLst/>
            <a:ahLst/>
            <a:cxnLst/>
            <a:rect r="r" b="b" t="t" l="l"/>
            <a:pathLst>
              <a:path h="6136700" w="5980493">
                <a:moveTo>
                  <a:pt x="0" y="0"/>
                </a:moveTo>
                <a:lnTo>
                  <a:pt x="5980493" y="0"/>
                </a:lnTo>
                <a:lnTo>
                  <a:pt x="5980493" y="6136700"/>
                </a:lnTo>
                <a:lnTo>
                  <a:pt x="0" y="613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6999" y="-851597"/>
            <a:ext cx="2074451" cy="2422395"/>
          </a:xfrm>
          <a:custGeom>
            <a:avLst/>
            <a:gdLst/>
            <a:ahLst/>
            <a:cxnLst/>
            <a:rect r="r" b="b" t="t" l="l"/>
            <a:pathLst>
              <a:path h="2422395" w="2074451">
                <a:moveTo>
                  <a:pt x="0" y="0"/>
                </a:moveTo>
                <a:lnTo>
                  <a:pt x="2074450" y="0"/>
                </a:lnTo>
                <a:lnTo>
                  <a:pt x="2074450" y="2422394"/>
                </a:lnTo>
                <a:lnTo>
                  <a:pt x="0" y="2422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05017" y="8424001"/>
            <a:ext cx="2074451" cy="2422395"/>
          </a:xfrm>
          <a:custGeom>
            <a:avLst/>
            <a:gdLst/>
            <a:ahLst/>
            <a:cxnLst/>
            <a:rect r="r" b="b" t="t" l="l"/>
            <a:pathLst>
              <a:path h="2422395" w="2074451">
                <a:moveTo>
                  <a:pt x="0" y="0"/>
                </a:moveTo>
                <a:lnTo>
                  <a:pt x="2074451" y="0"/>
                </a:lnTo>
                <a:lnTo>
                  <a:pt x="2074451" y="2422395"/>
                </a:lnTo>
                <a:lnTo>
                  <a:pt x="0" y="2422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09409">
            <a:off x="16784437" y="5515732"/>
            <a:ext cx="2315610" cy="2214806"/>
          </a:xfrm>
          <a:custGeom>
            <a:avLst/>
            <a:gdLst/>
            <a:ahLst/>
            <a:cxnLst/>
            <a:rect r="r" b="b" t="t" l="l"/>
            <a:pathLst>
              <a:path h="2214806" w="2315610">
                <a:moveTo>
                  <a:pt x="0" y="0"/>
                </a:moveTo>
                <a:lnTo>
                  <a:pt x="2315610" y="0"/>
                </a:lnTo>
                <a:lnTo>
                  <a:pt x="2315610" y="2214806"/>
                </a:lnTo>
                <a:lnTo>
                  <a:pt x="0" y="22148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409">
            <a:off x="-1092902" y="2447382"/>
            <a:ext cx="2315610" cy="2214806"/>
          </a:xfrm>
          <a:custGeom>
            <a:avLst/>
            <a:gdLst/>
            <a:ahLst/>
            <a:cxnLst/>
            <a:rect r="r" b="b" t="t" l="l"/>
            <a:pathLst>
              <a:path h="2214806" w="2315610">
                <a:moveTo>
                  <a:pt x="0" y="0"/>
                </a:moveTo>
                <a:lnTo>
                  <a:pt x="2315610" y="0"/>
                </a:lnTo>
                <a:lnTo>
                  <a:pt x="2315610" y="2214806"/>
                </a:lnTo>
                <a:lnTo>
                  <a:pt x="0" y="22148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18382" y="5071844"/>
            <a:ext cx="10051237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 Donec sed dignissim augue.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18382" y="3214469"/>
            <a:ext cx="10051237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Lo</a:t>
            </a:r>
            <a:r>
              <a:rPr lang="en-US" sz="3000">
                <a:solidFill>
                  <a:srgbClr val="297980"/>
                </a:solidFill>
                <a:latin typeface="Nyutro Sans"/>
                <a:ea typeface="Nyutro Sans"/>
                <a:cs typeface="Nyutro Sans"/>
                <a:sym typeface="Nyutro Sans"/>
              </a:rPr>
              <a:t>rem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4780416" y="2572958"/>
            <a:ext cx="8727168" cy="0"/>
          </a:xfrm>
          <a:prstGeom prst="line">
            <a:avLst/>
          </a:prstGeom>
          <a:ln cap="flat" w="38100">
            <a:solidFill>
              <a:srgbClr val="2979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253785" y="1239387"/>
            <a:ext cx="978043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Insight &amp; Notes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453" y="-310002"/>
            <a:ext cx="3133285" cy="10907004"/>
          </a:xfrm>
          <a:custGeom>
            <a:avLst/>
            <a:gdLst/>
            <a:ahLst/>
            <a:cxnLst/>
            <a:rect r="r" b="b" t="t" l="l"/>
            <a:pathLst>
              <a:path h="10907004" w="3133285">
                <a:moveTo>
                  <a:pt x="0" y="0"/>
                </a:moveTo>
                <a:lnTo>
                  <a:pt x="3133284" y="0"/>
                </a:lnTo>
                <a:lnTo>
                  <a:pt x="3133284" y="10907004"/>
                </a:lnTo>
                <a:lnTo>
                  <a:pt x="0" y="10907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0382" y="8040649"/>
            <a:ext cx="3126798" cy="2939190"/>
          </a:xfrm>
          <a:custGeom>
            <a:avLst/>
            <a:gdLst/>
            <a:ahLst/>
            <a:cxnLst/>
            <a:rect r="r" b="b" t="t" l="l"/>
            <a:pathLst>
              <a:path h="2939190" w="3126798">
                <a:moveTo>
                  <a:pt x="0" y="0"/>
                </a:moveTo>
                <a:lnTo>
                  <a:pt x="3126798" y="0"/>
                </a:lnTo>
                <a:lnTo>
                  <a:pt x="3126798" y="2939190"/>
                </a:lnTo>
                <a:lnTo>
                  <a:pt x="0" y="2939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10785" y="-1170369"/>
            <a:ext cx="3471361" cy="3218898"/>
          </a:xfrm>
          <a:custGeom>
            <a:avLst/>
            <a:gdLst/>
            <a:ahLst/>
            <a:cxnLst/>
            <a:rect r="r" b="b" t="t" l="l"/>
            <a:pathLst>
              <a:path h="3218898" w="3471361">
                <a:moveTo>
                  <a:pt x="0" y="0"/>
                </a:moveTo>
                <a:lnTo>
                  <a:pt x="3471361" y="0"/>
                </a:lnTo>
                <a:lnTo>
                  <a:pt x="3471361" y="3218899"/>
                </a:lnTo>
                <a:lnTo>
                  <a:pt x="0" y="3218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09409">
            <a:off x="5400104" y="2427139"/>
            <a:ext cx="2667828" cy="2551691"/>
          </a:xfrm>
          <a:custGeom>
            <a:avLst/>
            <a:gdLst/>
            <a:ahLst/>
            <a:cxnLst/>
            <a:rect r="r" b="b" t="t" l="l"/>
            <a:pathLst>
              <a:path h="2551691" w="2667828">
                <a:moveTo>
                  <a:pt x="0" y="0"/>
                </a:moveTo>
                <a:lnTo>
                  <a:pt x="2667828" y="0"/>
                </a:lnTo>
                <a:lnTo>
                  <a:pt x="2667828" y="2551691"/>
                </a:lnTo>
                <a:lnTo>
                  <a:pt x="0" y="2551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09409">
            <a:off x="16008981" y="3678067"/>
            <a:ext cx="3185976" cy="3047283"/>
          </a:xfrm>
          <a:custGeom>
            <a:avLst/>
            <a:gdLst/>
            <a:ahLst/>
            <a:cxnLst/>
            <a:rect r="r" b="b" t="t" l="l"/>
            <a:pathLst>
              <a:path h="3047283" w="3185976">
                <a:moveTo>
                  <a:pt x="0" y="0"/>
                </a:moveTo>
                <a:lnTo>
                  <a:pt x="3185977" y="0"/>
                </a:lnTo>
                <a:lnTo>
                  <a:pt x="3185977" y="3047283"/>
                </a:lnTo>
                <a:lnTo>
                  <a:pt x="0" y="304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37318" y="2033328"/>
            <a:ext cx="1191999" cy="1033788"/>
          </a:xfrm>
          <a:custGeom>
            <a:avLst/>
            <a:gdLst/>
            <a:ahLst/>
            <a:cxnLst/>
            <a:rect r="r" b="b" t="t" l="l"/>
            <a:pathLst>
              <a:path h="1033788" w="1191999">
                <a:moveTo>
                  <a:pt x="0" y="0"/>
                </a:moveTo>
                <a:lnTo>
                  <a:pt x="1191999" y="0"/>
                </a:lnTo>
                <a:lnTo>
                  <a:pt x="1191999" y="1033789"/>
                </a:lnTo>
                <a:lnTo>
                  <a:pt x="0" y="10337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44391" y="8787762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03447" y="-822861"/>
            <a:ext cx="1741651" cy="2033775"/>
          </a:xfrm>
          <a:custGeom>
            <a:avLst/>
            <a:gdLst/>
            <a:ahLst/>
            <a:cxnLst/>
            <a:rect r="r" b="b" t="t" l="l"/>
            <a:pathLst>
              <a:path h="2033775" w="1741651">
                <a:moveTo>
                  <a:pt x="0" y="0"/>
                </a:moveTo>
                <a:lnTo>
                  <a:pt x="1741651" y="0"/>
                </a:lnTo>
                <a:lnTo>
                  <a:pt x="1741651" y="2033775"/>
                </a:lnTo>
                <a:lnTo>
                  <a:pt x="0" y="20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17478" y="7336300"/>
            <a:ext cx="7236379" cy="919443"/>
            <a:chOff x="0" y="0"/>
            <a:chExt cx="1488967" cy="1891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8967" cy="189186"/>
            </a:xfrm>
            <a:custGeom>
              <a:avLst/>
              <a:gdLst/>
              <a:ahLst/>
              <a:cxnLst/>
              <a:rect r="r" b="b" t="t" l="l"/>
              <a:pathLst>
                <a:path h="189186" w="1488967">
                  <a:moveTo>
                    <a:pt x="0" y="0"/>
                  </a:moveTo>
                  <a:lnTo>
                    <a:pt x="1488967" y="0"/>
                  </a:lnTo>
                  <a:lnTo>
                    <a:pt x="1488967" y="189186"/>
                  </a:lnTo>
                  <a:lnTo>
                    <a:pt x="0" y="189186"/>
                  </a:lnTo>
                  <a:close/>
                </a:path>
              </a:pathLst>
            </a:custGeom>
            <a:ln w="28575" cap="sq">
              <a:solidFill>
                <a:srgbClr val="29798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488967" cy="265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34018" y="7427569"/>
            <a:ext cx="6403300" cy="6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3"/>
              </a:lnSpc>
            </a:pPr>
            <a:r>
              <a:rPr lang="en-US" sz="3237" b="true">
                <a:solidFill>
                  <a:srgbClr val="297980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Any question?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79214" y="2399954"/>
            <a:ext cx="8112907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0"/>
              </a:lnSpc>
            </a:pPr>
            <a:r>
              <a:rPr lang="en-US" b="true" sz="12966">
                <a:solidFill>
                  <a:srgbClr val="C0292A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DAHVFiKUorI</dc:identifier>
  <dcterms:modified xsi:type="dcterms:W3CDTF">2011-08-01T06:04:30Z</dcterms:modified>
  <cp:revision>1</cp:revision>
  <dc:title>Blue and Red Illustrated Genetic Biology Group Project Presentation</dc:title>
</cp:coreProperties>
</file>